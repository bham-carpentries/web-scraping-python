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8" r:id="rId3"/>
    <p:sldId id="261" r:id="rId4"/>
    <p:sldId id="262" r:id="rId5"/>
    <p:sldId id="263" r:id="rId6"/>
    <p:sldId id="265" r:id="rId7"/>
    <p:sldId id="266" r:id="rId8"/>
    <p:sldId id="267" r:id="rId9"/>
    <p:sldId id="264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E9EEAA-CF00-46E7-93EB-DB0DCD9C8A53}" v="36" dt="2026-01-22T17:38:27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Brown (Advanced Research Computing)" userId="1a26bf97-cc65-4962-b1c9-f482974b10b6" providerId="ADAL" clId="{31240669-A139-4487-A095-57964DDBD73A}"/>
    <pc:docChg chg="undo redo custSel addSld delSld modSld">
      <pc:chgData name="Louise Brown (Advanced Research Computing)" userId="1a26bf97-cc65-4962-b1c9-f482974b10b6" providerId="ADAL" clId="{31240669-A139-4487-A095-57964DDBD73A}" dt="2026-01-22T17:38:27.628" v="792"/>
      <pc:docMkLst>
        <pc:docMk/>
      </pc:docMkLst>
      <pc:sldChg chg="del">
        <pc:chgData name="Louise Brown (Advanced Research Computing)" userId="1a26bf97-cc65-4962-b1c9-f482974b10b6" providerId="ADAL" clId="{31240669-A139-4487-A095-57964DDBD73A}" dt="2026-01-22T10:48:18.922" v="204" actId="47"/>
        <pc:sldMkLst>
          <pc:docMk/>
          <pc:sldMk cId="1769585570" sldId="256"/>
        </pc:sldMkLst>
      </pc:sldChg>
      <pc:sldChg chg="new del">
        <pc:chgData name="Louise Brown (Advanced Research Computing)" userId="1a26bf97-cc65-4962-b1c9-f482974b10b6" providerId="ADAL" clId="{31240669-A139-4487-A095-57964DDBD73A}" dt="2026-01-22T10:47:35.791" v="190" actId="47"/>
        <pc:sldMkLst>
          <pc:docMk/>
          <pc:sldMk cId="2812364640" sldId="257"/>
        </pc:sldMkLst>
      </pc:sldChg>
      <pc:sldChg chg="addSp modSp new mod">
        <pc:chgData name="Louise Brown (Advanced Research Computing)" userId="1a26bf97-cc65-4962-b1c9-f482974b10b6" providerId="ADAL" clId="{31240669-A139-4487-A095-57964DDBD73A}" dt="2026-01-22T10:48:51.219" v="207" actId="1076"/>
        <pc:sldMkLst>
          <pc:docMk/>
          <pc:sldMk cId="2280401822" sldId="258"/>
        </pc:sldMkLst>
        <pc:spChg chg="mod">
          <ac:chgData name="Louise Brown (Advanced Research Computing)" userId="1a26bf97-cc65-4962-b1c9-f482974b10b6" providerId="ADAL" clId="{31240669-A139-4487-A095-57964DDBD73A}" dt="2026-01-22T10:48:14.125" v="203" actId="20577"/>
          <ac:spMkLst>
            <pc:docMk/>
            <pc:sldMk cId="2280401822" sldId="258"/>
            <ac:spMk id="2" creationId="{6A020C94-6C17-C80F-0339-34AD6ED6881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0:48:51.219" v="207" actId="1076"/>
          <ac:spMkLst>
            <pc:docMk/>
            <pc:sldMk cId="2280401822" sldId="258"/>
            <ac:spMk id="3" creationId="{B87E1EBF-0468-3F56-7095-A02AE6BA5B66}"/>
          </ac:spMkLst>
        </pc:spChg>
      </pc:sldChg>
      <pc:sldChg chg="addSp delSp modSp new mod">
        <pc:chgData name="Louise Brown (Advanced Research Computing)" userId="1a26bf97-cc65-4962-b1c9-f482974b10b6" providerId="ADAL" clId="{31240669-A139-4487-A095-57964DDBD73A}" dt="2026-01-22T11:46:18.382" v="334" actId="6549"/>
        <pc:sldMkLst>
          <pc:docMk/>
          <pc:sldMk cId="1223173470" sldId="259"/>
        </pc:sldMkLst>
        <pc:spChg chg="mod">
          <ac:chgData name="Louise Brown (Advanced Research Computing)" userId="1a26bf97-cc65-4962-b1c9-f482974b10b6" providerId="ADAL" clId="{31240669-A139-4487-A095-57964DDBD73A}" dt="2026-01-22T11:46:18.382" v="334" actId="6549"/>
          <ac:spMkLst>
            <pc:docMk/>
            <pc:sldMk cId="1223173470" sldId="259"/>
            <ac:spMk id="2" creationId="{A1C0AA22-98CD-700F-DA5E-1DA39DC34C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3.685" v="279" actId="478"/>
          <ac:spMkLst>
            <pc:docMk/>
            <pc:sldMk cId="1223173470" sldId="259"/>
            <ac:spMk id="4" creationId="{07762F95-5FA2-B311-42EE-09D4A0AB3B88}"/>
          </ac:spMkLst>
        </pc:spChg>
        <pc:spChg chg="add del mod">
          <ac:chgData name="Louise Brown (Advanced Research Computing)" userId="1a26bf97-cc65-4962-b1c9-f482974b10b6" providerId="ADAL" clId="{31240669-A139-4487-A095-57964DDBD73A}" dt="2026-01-22T11:45:08.139" v="280" actId="478"/>
          <ac:spMkLst>
            <pc:docMk/>
            <pc:sldMk cId="1223173470" sldId="259"/>
            <ac:spMk id="5" creationId="{648D5964-5BF6-17E7-E2B0-B4900D91A2C6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1:46:02.015" v="323" actId="1076"/>
          <ac:picMkLst>
            <pc:docMk/>
            <pc:sldMk cId="1223173470" sldId="259"/>
            <ac:picMk id="7" creationId="{E89E471C-F100-7FD3-2F01-6D32966E4A9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02:48.722" v="379" actId="1076"/>
        <pc:sldMkLst>
          <pc:docMk/>
          <pc:sldMk cId="166184496" sldId="260"/>
        </pc:sldMkLst>
        <pc:spChg chg="mod">
          <ac:chgData name="Louise Brown (Advanced Research Computing)" userId="1a26bf97-cc65-4962-b1c9-f482974b10b6" providerId="ADAL" clId="{31240669-A139-4487-A095-57964DDBD73A}" dt="2026-01-22T12:02:28.383" v="374" actId="20577"/>
          <ac:spMkLst>
            <pc:docMk/>
            <pc:sldMk cId="166184496" sldId="260"/>
            <ac:spMk id="2" creationId="{0CF44166-3037-0D08-1E15-C9913A060B4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2:02:48.722" v="379" actId="1076"/>
          <ac:picMkLst>
            <pc:docMk/>
            <pc:sldMk cId="166184496" sldId="260"/>
            <ac:picMk id="4" creationId="{CE855A71-9A9A-CBA2-47BF-79907B25D21D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2:16:22.519" v="606" actId="1076"/>
        <pc:sldMkLst>
          <pc:docMk/>
          <pc:sldMk cId="3387996650" sldId="261"/>
        </pc:sldMkLst>
        <pc:spChg chg="add mod">
          <ac:chgData name="Louise Brown (Advanced Research Computing)" userId="1a26bf97-cc65-4962-b1c9-f482974b10b6" providerId="ADAL" clId="{31240669-A139-4487-A095-57964DDBD73A}" dt="2026-01-22T12:16:22.519" v="606" actId="1076"/>
          <ac:spMkLst>
            <pc:docMk/>
            <pc:sldMk cId="3387996650" sldId="261"/>
            <ac:spMk id="3" creationId="{9A1213C2-3BCC-1E61-B384-791CE63A59E0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2:16:13.163" v="605" actId="1076"/>
          <ac:spMkLst>
            <pc:docMk/>
            <pc:sldMk cId="3387996650" sldId="261"/>
            <ac:spMk id="4" creationId="{BCD21DF3-9AFB-0A5D-2490-B0D31D970D5C}"/>
          </ac:spMkLst>
        </pc:spChg>
      </pc:sldChg>
      <pc:sldChg chg="addSp modSp new mod">
        <pc:chgData name="Louise Brown (Advanced Research Computing)" userId="1a26bf97-cc65-4962-b1c9-f482974b10b6" providerId="ADAL" clId="{31240669-A139-4487-A095-57964DDBD73A}" dt="2026-01-22T13:39:43.615" v="663" actId="1076"/>
        <pc:sldMkLst>
          <pc:docMk/>
          <pc:sldMk cId="4091479220" sldId="262"/>
        </pc:sldMkLst>
        <pc:spChg chg="add mod">
          <ac:chgData name="Louise Brown (Advanced Research Computing)" userId="1a26bf97-cc65-4962-b1c9-f482974b10b6" providerId="ADAL" clId="{31240669-A139-4487-A095-57964DDBD73A}" dt="2026-01-22T13:39:42.378" v="662" actId="1076"/>
          <ac:spMkLst>
            <pc:docMk/>
            <pc:sldMk cId="4091479220" sldId="262"/>
            <ac:spMk id="4" creationId="{9A2AEFFA-200D-D500-21A7-99A4A7DF5C91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39:43.615" v="663" actId="1076"/>
          <ac:picMkLst>
            <pc:docMk/>
            <pc:sldMk cId="4091479220" sldId="262"/>
            <ac:picMk id="3" creationId="{E620C391-20C5-6C32-725C-F3CDA73D450C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14:21.298" v="708" actId="1076"/>
        <pc:sldMkLst>
          <pc:docMk/>
          <pc:sldMk cId="1539340951" sldId="263"/>
        </pc:sldMkLst>
        <pc:spChg chg="mod">
          <ac:chgData name="Louise Brown (Advanced Research Computing)" userId="1a26bf97-cc65-4962-b1c9-f482974b10b6" providerId="ADAL" clId="{31240669-A139-4487-A095-57964DDBD73A}" dt="2026-01-22T14:08:44.040" v="705" actId="20577"/>
          <ac:spMkLst>
            <pc:docMk/>
            <pc:sldMk cId="1539340951" sldId="263"/>
            <ac:spMk id="2" creationId="{24928B5C-1A88-B4C4-5A3C-F47521383AC3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4:14:21.298" v="708" actId="1076"/>
          <ac:spMkLst>
            <pc:docMk/>
            <pc:sldMk cId="1539340951" sldId="263"/>
            <ac:spMk id="6" creationId="{D862A857-BC7F-6160-DC28-E8A96EB9C2B8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3:52:47.729" v="669" actId="1076"/>
          <ac:picMkLst>
            <pc:docMk/>
            <pc:sldMk cId="1539340951" sldId="263"/>
            <ac:picMk id="4" creationId="{C8A61302-D799-3CAC-B293-FC50B01D71FB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4:23:16.235" v="753" actId="1076"/>
        <pc:sldMkLst>
          <pc:docMk/>
          <pc:sldMk cId="3126166857" sldId="264"/>
        </pc:sldMkLst>
        <pc:spChg chg="mod">
          <ac:chgData name="Louise Brown (Advanced Research Computing)" userId="1a26bf97-cc65-4962-b1c9-f482974b10b6" providerId="ADAL" clId="{31240669-A139-4487-A095-57964DDBD73A}" dt="2026-01-22T14:22:58.726" v="750" actId="14100"/>
          <ac:spMkLst>
            <pc:docMk/>
            <pc:sldMk cId="3126166857" sldId="264"/>
            <ac:spMk id="2" creationId="{FCC965EE-9C4A-AB47-3B1A-4DEAC42DA56D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4:23:16.235" v="753" actId="1076"/>
          <ac:picMkLst>
            <pc:docMk/>
            <pc:sldMk cId="3126166857" sldId="264"/>
            <ac:picMk id="4" creationId="{1E06D451-73A2-F435-E8E0-0B96AAFF0DE0}"/>
          </ac:picMkLst>
        </pc:picChg>
      </pc:sldChg>
      <pc:sldChg chg="addSp modSp new mod">
        <pc:chgData name="Louise Brown (Advanced Research Computing)" userId="1a26bf97-cc65-4962-b1c9-f482974b10b6" providerId="ADAL" clId="{31240669-A139-4487-A095-57964DDBD73A}" dt="2026-01-22T17:38:27.628" v="792"/>
        <pc:sldMkLst>
          <pc:docMk/>
          <pc:sldMk cId="4021048157" sldId="265"/>
        </pc:sldMkLst>
        <pc:spChg chg="mod">
          <ac:chgData name="Louise Brown (Advanced Research Computing)" userId="1a26bf97-cc65-4962-b1c9-f482974b10b6" providerId="ADAL" clId="{31240669-A139-4487-A095-57964DDBD73A}" dt="2026-01-22T17:36:44.843" v="773" actId="20577"/>
          <ac:spMkLst>
            <pc:docMk/>
            <pc:sldMk cId="4021048157" sldId="265"/>
            <ac:spMk id="2" creationId="{0CFE0A42-F4D5-382F-621D-DC3BE775C062}"/>
          </ac:spMkLst>
        </pc:spChg>
        <pc:spChg chg="add mod">
          <ac:chgData name="Louise Brown (Advanced Research Computing)" userId="1a26bf97-cc65-4962-b1c9-f482974b10b6" providerId="ADAL" clId="{31240669-A139-4487-A095-57964DDBD73A}" dt="2026-01-22T17:38:27.628" v="792"/>
          <ac:spMkLst>
            <pc:docMk/>
            <pc:sldMk cId="4021048157" sldId="265"/>
            <ac:spMk id="5" creationId="{C84F50C2-7982-2AC2-BAE5-AAD07970BB13}"/>
          </ac:spMkLst>
        </pc:spChg>
        <pc:picChg chg="add mod">
          <ac:chgData name="Louise Brown (Advanced Research Computing)" userId="1a26bf97-cc65-4962-b1c9-f482974b10b6" providerId="ADAL" clId="{31240669-A139-4487-A095-57964DDBD73A}" dt="2026-01-22T17:37:23.676" v="777" actId="1076"/>
          <ac:picMkLst>
            <pc:docMk/>
            <pc:sldMk cId="4021048157" sldId="265"/>
            <ac:picMk id="4" creationId="{C2AAD6C3-10B3-43D2-E4E9-ABAFE4A781F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EBA30-CA74-E763-625B-555934E980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E6A1C4-51D7-B307-5E38-F411455C5A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D6A8D-B4D0-5732-830E-C707D59E1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DAAEA-A036-2CEE-0885-E81D5283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ADB5-B2A6-CFDA-3207-665DC40C7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65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1F9C-7140-6429-3505-00CE502D0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961E9-4854-3AD3-BE7D-E90498BC8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EF0FD-0880-616E-E0AC-745EA67F3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CC0D-7F9B-65BB-8EA8-737F1FD06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DF45E-AA14-765F-52AC-5344FC6A2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598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ACC5-3B51-0F58-39D9-BCB27AA6A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76BFD0-F031-78A4-5C0C-E2EA34ABC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56A51-315A-0028-ECAA-373B3221C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C51E3-10DE-98E8-0700-9AACC4AB2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2DF0E-33AA-3B39-DC47-24DCA720E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5596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425D-55F5-C27E-1072-A4F09BD72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7C5A8-B5E0-9AAC-D03A-50F4DAD2E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EF9CA-E8C9-A1E1-3DF0-2B4A0784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2C7D1-3446-37B0-2B85-B8EC44277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A8848-4EB5-ED15-A034-F5B249DC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E42BA-E69C-A9CA-B8D2-D83836491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21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0F49-19EA-7088-DA39-940E1FA9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99DB58-57FE-ABF9-4B32-44EEA39BD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E3C41-80BA-F1E2-26DA-23FC856EF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D02809-9BF2-0FF3-1759-C9670E549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565B-64A0-863A-47D1-89AD7FC91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0C373-E221-08F0-60B9-529ABB58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69393C-2793-14E0-C3DB-4CE00C6FD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869EE-B846-CD34-E0BA-9149954D4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8003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CA2E-9ACA-540D-92EE-584EEEBCA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47C79-5BDE-1DD6-8D00-172B069C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5023BE-1E37-03FD-5DF1-4CF9F262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30A66-E91B-11C4-492C-50B7A2AA3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24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3559C-4961-545C-9531-B9DD4332B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36F31D-C34F-3986-616E-D6DFDF8AB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3506E-25C4-7C2A-C75E-B4AB29AFB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85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A5972-5B4E-A7BC-2882-1E5EE36F1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C4713-D632-3B47-75AA-F4B2EE705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833378-BCCC-181C-D963-ACB8E56CF5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29808-3BC8-5BDD-639F-19AE420DB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47957-08B0-A971-0684-984F60F7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D66D2-A3F9-BD77-A8C7-5F28B46E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125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5B8F-B140-21AA-39BC-EEF47DEC1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FFF4A-9BD0-18A0-A087-8BF529ED86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021D04-F51B-1DB7-FB6E-E39234A0B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C5D663-8927-7571-B926-FB25A4BB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08EAE-C990-072F-EA7E-6FC3DEB4E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F7F33-BE3F-D40B-AAB4-235B76AF9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41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BDCC4-5B2F-94D7-35FC-831D84BC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713564-C611-1006-D4CF-A430B4012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2847B-4895-8C8C-0330-F0758108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4EF406-9C28-F966-B554-EEB571FF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1490-0B3E-48B6-0C43-3B62A3D16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71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3CCE31-6F9A-A075-D7DE-4DB34FBBB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BF74-35A8-051A-B5EE-430FF86A51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910B4-9542-8117-188A-F0735832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3D62-EC33-1877-6438-1DB9485E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E168-1BE4-EFD1-90BD-934EF8A41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586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CE8E45-5B9F-C181-45C9-202694F15F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320102"/>
            <a:ext cx="69088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/>
              <a:t>Insert headline here. </a:t>
            </a:r>
            <a:br>
              <a:rPr lang="en-GB"/>
            </a:br>
            <a:r>
              <a:rPr lang="en-GB"/>
              <a:t>Should be between </a:t>
            </a:r>
            <a:br>
              <a:rPr lang="en-GB"/>
            </a:br>
            <a:r>
              <a:rPr lang="en-GB"/>
              <a:t>1-3 lines max. </a:t>
            </a:r>
            <a:endParaRPr lang="en-US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671733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Insert sub copy here.</a:t>
            </a:r>
            <a:endParaRPr lang="en-US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2EF67E1-6EE4-3331-ABA4-9F069831BFF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1653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Title Slide_Image"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A91C61-EA6A-A371-72BB-E53271771FF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6344356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5" name="3. Subtitle Placeholder">
            <a:extLst>
              <a:ext uri="{FF2B5EF4-FFF2-40B4-BE49-F238E27FC236}">
                <a16:creationId xmlns:a16="http://schemas.microsoft.com/office/drawing/2014/main" id="{B933CDFE-7FC5-932E-CB7F-3B49EC1A0F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3443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10" name="4. Picture Placeholder">
            <a:extLst>
              <a:ext uri="{FF2B5EF4-FFF2-40B4-BE49-F238E27FC236}">
                <a16:creationId xmlns:a16="http://schemas.microsoft.com/office/drawing/2014/main" id="{C992F3AA-2026-24C9-831B-F66B099808AB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631362" y="0"/>
            <a:ext cx="4556539" cy="6858000"/>
          </a:xfrm>
          <a:custGeom>
            <a:avLst/>
            <a:gdLst>
              <a:gd name="connsiteX0" fmla="*/ 1896887 w 4542379"/>
              <a:gd name="connsiteY0" fmla="*/ 0 h 6858000"/>
              <a:gd name="connsiteX1" fmla="*/ 4542379 w 4542379"/>
              <a:gd name="connsiteY1" fmla="*/ 0 h 6858000"/>
              <a:gd name="connsiteX2" fmla="*/ 4542379 w 4542379"/>
              <a:gd name="connsiteY2" fmla="*/ 6858000 h 6858000"/>
              <a:gd name="connsiteX3" fmla="*/ 2609965 w 4542379"/>
              <a:gd name="connsiteY3" fmla="*/ 6858000 h 6858000"/>
              <a:gd name="connsiteX4" fmla="*/ 0 w 4542379"/>
              <a:gd name="connsiteY4" fmla="*/ 177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2379" h="6858000">
                <a:moveTo>
                  <a:pt x="1896887" y="0"/>
                </a:moveTo>
                <a:lnTo>
                  <a:pt x="4542379" y="0"/>
                </a:lnTo>
                <a:lnTo>
                  <a:pt x="4542379" y="6858000"/>
                </a:lnTo>
                <a:lnTo>
                  <a:pt x="2609965" y="6858000"/>
                </a:lnTo>
                <a:lnTo>
                  <a:pt x="0" y="1778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373EF5D-89A1-E767-AC39-6A875CF1499A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42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_Imag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D4904C7-AEC6-1771-1753-914C38E8E8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6637867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sp>
        <p:nvSpPr>
          <p:cNvPr id="17" name="4. Picture Box ">
            <a:extLst>
              <a:ext uri="{FF2B5EF4-FFF2-40B4-BE49-F238E27FC236}">
                <a16:creationId xmlns:a16="http://schemas.microsoft.com/office/drawing/2014/main" id="{5BD1D972-DB48-9F79-3343-53455BAD1A3F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7650676" y="0"/>
            <a:ext cx="4541325" cy="6854092"/>
          </a:xfrm>
          <a:custGeom>
            <a:avLst/>
            <a:gdLst>
              <a:gd name="connsiteX0" fmla="*/ 1895608 w 4541325"/>
              <a:gd name="connsiteY0" fmla="*/ 0 h 6854092"/>
              <a:gd name="connsiteX1" fmla="*/ 4541325 w 4541325"/>
              <a:gd name="connsiteY1" fmla="*/ 0 h 6854092"/>
              <a:gd name="connsiteX2" fmla="*/ 4541325 w 4541325"/>
              <a:gd name="connsiteY2" fmla="*/ 6854092 h 6854092"/>
              <a:gd name="connsiteX3" fmla="*/ 2610437 w 4541325"/>
              <a:gd name="connsiteY3" fmla="*/ 6854092 h 6854092"/>
              <a:gd name="connsiteX4" fmla="*/ 0 w 4541325"/>
              <a:gd name="connsiteY4" fmla="*/ 4568092 h 6854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41325" h="6854092">
                <a:moveTo>
                  <a:pt x="1895608" y="0"/>
                </a:moveTo>
                <a:lnTo>
                  <a:pt x="4541325" y="0"/>
                </a:lnTo>
                <a:lnTo>
                  <a:pt x="4541325" y="6854092"/>
                </a:lnTo>
                <a:lnTo>
                  <a:pt x="2610437" y="6854092"/>
                </a:lnTo>
                <a:lnTo>
                  <a:pt x="0" y="4568092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pic>
        <p:nvPicPr>
          <p:cNvPr id="3" name="Picture 2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6DFB1AD8-611C-E16C-A431-4125E580214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5" name="3. Subtitle Placeholder">
            <a:extLst>
              <a:ext uri="{FF2B5EF4-FFF2-40B4-BE49-F238E27FC236}">
                <a16:creationId xmlns:a16="http://schemas.microsoft.com/office/drawing/2014/main" id="{D99E812D-9A36-EB66-C6AF-F7569F4271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6637867" cy="102234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522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Title Slide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956F4E-D43F-4BF7-F1A3-5555E421CF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2. Title Placeholder">
            <a:extLst>
              <a:ext uri="{FF2B5EF4-FFF2-40B4-BE49-F238E27FC236}">
                <a16:creationId xmlns:a16="http://schemas.microsoft.com/office/drawing/2014/main" id="{8CC78C08-B324-DDE3-8FA4-2E0FECB9847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274763"/>
            <a:ext cx="9144000" cy="2387600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headline here. </a:t>
            </a:r>
            <a:br>
              <a:rPr lang="en-GB" dirty="0"/>
            </a:br>
            <a:r>
              <a:rPr lang="en-GB" dirty="0"/>
              <a:t>Should be between </a:t>
            </a:r>
            <a:br>
              <a:rPr lang="en-GB" dirty="0"/>
            </a:br>
            <a:r>
              <a:rPr lang="en-GB" dirty="0"/>
              <a:t>1-3 lines max. </a:t>
            </a:r>
            <a:endParaRPr lang="en-US" dirty="0"/>
          </a:p>
        </p:txBody>
      </p:sp>
      <p:pic>
        <p:nvPicPr>
          <p:cNvPr id="6" name="Picture 5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3513E173-CB28-611F-DD12-EAFD5ADD7ED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5" name="3. Subtitle Placeholder">
            <a:extLst>
              <a:ext uri="{FF2B5EF4-FFF2-40B4-BE49-F238E27FC236}">
                <a16:creationId xmlns:a16="http://schemas.microsoft.com/office/drawing/2014/main" id="{A043951A-D3DB-4FFC-95EC-5515787772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15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7229CF6-AAC7-DD2D-2383-FA5CC4CFB1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737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6D2C9649-E817-6113-49C1-5EBD81E09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9" name="3. Content Placeholder">
            <a:extLst>
              <a:ext uri="{FF2B5EF4-FFF2-40B4-BE49-F238E27FC236}">
                <a16:creationId xmlns:a16="http://schemas.microsoft.com/office/drawing/2014/main" id="{B5A082DC-9190-CE12-A89B-DEAF24BD5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10515600" cy="43789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6DC3F04-8BBA-0785-458A-2A7116D5CC5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227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517CE37-381F-3FD9-96CB-F3D35B32BD5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677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17" name="3. Content Placeholder (1)">
            <a:extLst>
              <a:ext uri="{FF2B5EF4-FFF2-40B4-BE49-F238E27FC236}">
                <a16:creationId xmlns:a16="http://schemas.microsoft.com/office/drawing/2014/main" id="{11254375-EF80-738D-E998-C0B2F39CB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4. Content Placeholder (2)">
            <a:extLst>
              <a:ext uri="{FF2B5EF4-FFF2-40B4-BE49-F238E27FC236}">
                <a16:creationId xmlns:a16="http://schemas.microsoft.com/office/drawing/2014/main" id="{084CCB2F-26F1-E1B8-5561-263F115EB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6920" y="1310641"/>
            <a:ext cx="5181600" cy="43789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  <a:lvl2pPr>
              <a:defRPr>
                <a:solidFill>
                  <a:srgbClr val="1B1B1B"/>
                </a:solidFill>
              </a:defRPr>
            </a:lvl2pPr>
            <a:lvl3pPr>
              <a:defRPr>
                <a:solidFill>
                  <a:srgbClr val="1B1B1B"/>
                </a:solidFill>
              </a:defRPr>
            </a:lvl3pPr>
            <a:lvl4pPr>
              <a:defRPr>
                <a:solidFill>
                  <a:srgbClr val="1B1B1B"/>
                </a:solidFill>
              </a:defRPr>
            </a:lvl4pPr>
            <a:lvl5pPr>
              <a:defRPr>
                <a:solidFill>
                  <a:srgbClr val="1B1B1B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7" name="Picture 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5A08B27-4FCD-D887-21E3-71B416AADE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5565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wo Content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2. Title Placeholder">
            <a:extLst>
              <a:ext uri="{FF2B5EF4-FFF2-40B4-BE49-F238E27FC236}">
                <a16:creationId xmlns:a16="http://schemas.microsoft.com/office/drawing/2014/main" id="{8053EF19-8D24-481D-0BDA-F79A2035DF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992124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3" name="3. Content Placeholder (1)">
            <a:extLst>
              <a:ext uri="{FF2B5EF4-FFF2-40B4-BE49-F238E27FC236}">
                <a16:creationId xmlns:a16="http://schemas.microsoft.com/office/drawing/2014/main" id="{A162B99D-4A4D-B778-5FD2-9F4A22B0B3A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68019" y="1636464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4. Text Box Placeholder (1)">
            <a:extLst>
              <a:ext uri="{FF2B5EF4-FFF2-40B4-BE49-F238E27FC236}">
                <a16:creationId xmlns:a16="http://schemas.microsoft.com/office/drawing/2014/main" id="{6D6CB8B4-9C8E-A2FA-558C-30A5D08270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67069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sp>
        <p:nvSpPr>
          <p:cNvPr id="4" name="5. Content Placeholder (2)">
            <a:extLst>
              <a:ext uri="{FF2B5EF4-FFF2-40B4-BE49-F238E27FC236}">
                <a16:creationId xmlns:a16="http://schemas.microsoft.com/office/drawing/2014/main" id="{A2B13861-080E-609A-01A7-5EDC25A0B0F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36000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6. Text Box Placeholder (2)">
            <a:extLst>
              <a:ext uri="{FF2B5EF4-FFF2-40B4-BE49-F238E27FC236}">
                <a16:creationId xmlns:a16="http://schemas.microsoft.com/office/drawing/2014/main" id="{005774E2-5CA0-1157-5F43-7B5C9996EF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5525" y="4351119"/>
            <a:ext cx="2520950" cy="10144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sp>
        <p:nvSpPr>
          <p:cNvPr id="9" name="7. Content Placeholder (3)">
            <a:extLst>
              <a:ext uri="{FF2B5EF4-FFF2-40B4-BE49-F238E27FC236}">
                <a16:creationId xmlns:a16="http://schemas.microsoft.com/office/drawing/2014/main" id="{5565E762-8883-AB43-D811-12B759024A9D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714257" y="1637090"/>
            <a:ext cx="2520000" cy="2520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rgbClr val="1B1B1B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8. Text Box Placeholder (3)">
            <a:extLst>
              <a:ext uri="{FF2B5EF4-FFF2-40B4-BE49-F238E27FC236}">
                <a16:creationId xmlns:a16="http://schemas.microsoft.com/office/drawing/2014/main" id="{D584B818-73B8-22FE-5635-36F576CEAB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13782" y="4400389"/>
            <a:ext cx="2520475" cy="98107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sub copy here.</a:t>
            </a:r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6AC4827-D56E-785B-690B-73B8B175B654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55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ight Divider Slide - 3">
    <p:bg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B9A254AA-18E4-9DAC-4282-5464EB9B85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1151" y="0"/>
            <a:ext cx="5827131" cy="6858000"/>
          </a:xfrm>
          <a:custGeom>
            <a:avLst/>
            <a:gdLst>
              <a:gd name="connsiteX0" fmla="*/ 11151 w 5827131"/>
              <a:gd name="connsiteY0" fmla="*/ 0 h 6858000"/>
              <a:gd name="connsiteX1" fmla="*/ 28558 w 5827131"/>
              <a:gd name="connsiteY1" fmla="*/ 0 h 6858000"/>
              <a:gd name="connsiteX2" fmla="*/ 5080039 w 5827131"/>
              <a:gd name="connsiteY2" fmla="*/ 0 h 6858000"/>
              <a:gd name="connsiteX3" fmla="*/ 5792826 w 5827131"/>
              <a:gd name="connsiteY3" fmla="*/ 0 h 6858000"/>
              <a:gd name="connsiteX4" fmla="*/ 5157788 w 5827131"/>
              <a:gd name="connsiteY4" fmla="*/ 3796113 h 6858000"/>
              <a:gd name="connsiteX5" fmla="*/ 5827131 w 5827131"/>
              <a:gd name="connsiteY5" fmla="*/ 6858000 h 6858000"/>
              <a:gd name="connsiteX6" fmla="*/ 5080039 w 5827131"/>
              <a:gd name="connsiteY6" fmla="*/ 6858000 h 6858000"/>
              <a:gd name="connsiteX7" fmla="*/ 1779734 w 5827131"/>
              <a:gd name="connsiteY7" fmla="*/ 6858000 h 6858000"/>
              <a:gd name="connsiteX8" fmla="*/ 11151 w 5827131"/>
              <a:gd name="connsiteY8" fmla="*/ 6858000 h 6858000"/>
              <a:gd name="connsiteX9" fmla="*/ 11151 w 5827131"/>
              <a:gd name="connsiteY9" fmla="*/ 6853666 h 6858000"/>
              <a:gd name="connsiteX10" fmla="*/ 0 w 5827131"/>
              <a:gd name="connsiteY10" fmla="*/ 6853638 h 6858000"/>
              <a:gd name="connsiteX11" fmla="*/ 11151 w 5827131"/>
              <a:gd name="connsiteY11" fmla="*/ 417750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827131" h="6858000">
                <a:moveTo>
                  <a:pt x="11151" y="0"/>
                </a:moveTo>
                <a:lnTo>
                  <a:pt x="28558" y="0"/>
                </a:lnTo>
                <a:lnTo>
                  <a:pt x="5080039" y="0"/>
                </a:lnTo>
                <a:lnTo>
                  <a:pt x="5792826" y="0"/>
                </a:lnTo>
                <a:lnTo>
                  <a:pt x="5157788" y="3796113"/>
                </a:lnTo>
                <a:lnTo>
                  <a:pt x="5827131" y="6858000"/>
                </a:lnTo>
                <a:lnTo>
                  <a:pt x="5080039" y="6858000"/>
                </a:lnTo>
                <a:lnTo>
                  <a:pt x="1779734" y="6858000"/>
                </a:lnTo>
                <a:lnTo>
                  <a:pt x="11151" y="6858000"/>
                </a:lnTo>
                <a:lnTo>
                  <a:pt x="11151" y="6853666"/>
                </a:lnTo>
                <a:lnTo>
                  <a:pt x="0" y="6853638"/>
                </a:lnTo>
                <a:lnTo>
                  <a:pt x="11151" y="417750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3" name="Picture 2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8B87D74-DF91-5D9B-2ADA-143B3D15D39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2" y="5827395"/>
            <a:ext cx="1954059" cy="487304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47DD63DB-696E-1F57-4651-369A131C6B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1569436"/>
            <a:ext cx="5518130" cy="3872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7" name="2. Title Placeholder">
            <a:extLst>
              <a:ext uri="{FF2B5EF4-FFF2-40B4-BE49-F238E27FC236}">
                <a16:creationId xmlns:a16="http://schemas.microsoft.com/office/drawing/2014/main" id="{A4CA4673-AD06-EB19-133A-E588BE05F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543301"/>
            <a:ext cx="5518130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3178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89D52B5-AEBA-52C6-1468-CF5F3A19510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69051" y="0"/>
            <a:ext cx="5822949" cy="6858000"/>
          </a:xfrm>
          <a:custGeom>
            <a:avLst/>
            <a:gdLst>
              <a:gd name="connsiteX0" fmla="*/ 0 w 5822949"/>
              <a:gd name="connsiteY0" fmla="*/ 0 h 6858000"/>
              <a:gd name="connsiteX1" fmla="*/ 5822949 w 5822949"/>
              <a:gd name="connsiteY1" fmla="*/ 0 h 6858000"/>
              <a:gd name="connsiteX2" fmla="*/ 5822949 w 5822949"/>
              <a:gd name="connsiteY2" fmla="*/ 6858000 h 6858000"/>
              <a:gd name="connsiteX3" fmla="*/ 22923 w 5822949"/>
              <a:gd name="connsiteY3" fmla="*/ 6858000 h 6858000"/>
              <a:gd name="connsiteX4" fmla="*/ 539749 w 5822949"/>
              <a:gd name="connsiteY4" fmla="*/ 2540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22949" h="6858000">
                <a:moveTo>
                  <a:pt x="0" y="0"/>
                </a:moveTo>
                <a:lnTo>
                  <a:pt x="5822949" y="0"/>
                </a:lnTo>
                <a:lnTo>
                  <a:pt x="5822949" y="6858000"/>
                </a:lnTo>
                <a:lnTo>
                  <a:pt x="22923" y="6858000"/>
                </a:lnTo>
                <a:lnTo>
                  <a:pt x="539749" y="2540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21" name="Picture 20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C3E2A1D-39AA-138E-44FD-FE23A72C4C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C21A126F-4ECE-2EEA-33D2-07789BCE748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2920" y="1463565"/>
            <a:ext cx="5518130" cy="38722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2. Title Placeholder">
            <a:extLst>
              <a:ext uri="{FF2B5EF4-FFF2-40B4-BE49-F238E27FC236}">
                <a16:creationId xmlns:a16="http://schemas.microsoft.com/office/drawing/2014/main" id="{1DAC948A-6C66-F264-73D7-E98B9486D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20" y="437430"/>
            <a:ext cx="5518130" cy="5345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50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Title Placeholder">
            <a:extLst>
              <a:ext uri="{FF2B5EF4-FFF2-40B4-BE49-F238E27FC236}">
                <a16:creationId xmlns:a16="http://schemas.microsoft.com/office/drawing/2014/main" id="{4D8642A1-7E6D-B42F-7749-8DC80C6DEDA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754224"/>
            <a:ext cx="6520180" cy="97604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headline here.</a:t>
            </a:r>
            <a:endParaRPr lang="en-US" dirty="0"/>
          </a:p>
        </p:txBody>
      </p:sp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798414E1-64D1-96D6-D06F-F94F3202C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0595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9E76A172-0120-5491-60E8-988074C1EB7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754942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20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. Title Placeholder">
            <a:extLst>
              <a:ext uri="{FF2B5EF4-FFF2-40B4-BE49-F238E27FC236}">
                <a16:creationId xmlns:a16="http://schemas.microsoft.com/office/drawing/2014/main" id="{DC759DBE-3BA0-9E84-5596-2AD69AA128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7" name="2. Subtitle Placeholder">
            <a:extLst>
              <a:ext uri="{FF2B5EF4-FFF2-40B4-BE49-F238E27FC236}">
                <a16:creationId xmlns:a16="http://schemas.microsoft.com/office/drawing/2014/main" id="{02A192BC-C9DB-F0AB-B1DE-03D15E5A873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2" name="Picture 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1C28641C-5551-16DE-84DF-E1489E73B09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0856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 Divider Slide -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1B1B1B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title here.</a:t>
            </a:r>
            <a:endParaRPr lang="en-US" dirty="0"/>
          </a:p>
        </p:txBody>
      </p:sp>
      <p:sp>
        <p:nvSpPr>
          <p:cNvPr id="8" name="2. Subtitle Placeholder">
            <a:extLst>
              <a:ext uri="{FF2B5EF4-FFF2-40B4-BE49-F238E27FC236}">
                <a16:creationId xmlns:a16="http://schemas.microsoft.com/office/drawing/2014/main" id="{F1BF5AB1-F146-83EF-D63E-DD9EA52569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rgbClr val="1B1B1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1B1B1B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6280A6D-54DF-5817-E29B-8DF1551D1CD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2" y="5827395"/>
            <a:ext cx="1954059" cy="487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681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3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7653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5784349" cy="6858000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8A1843D6-ECE1-FAEC-49F7-0B0805BCED05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7653" y="5822539"/>
            <a:ext cx="1953808" cy="497017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1660A225-FE6D-C34F-7BE6-B5ACE6877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7653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1873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2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7650" y="1"/>
            <a:ext cx="5784349" cy="6858000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1603450"/>
            <a:ext cx="5377951" cy="168053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pic>
        <p:nvPicPr>
          <p:cNvPr id="2" name="Picture 1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A08E24DA-E0F6-39B3-A8F3-68CC58F45DF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00" y="5822539"/>
            <a:ext cx="1953808" cy="497017"/>
          </a:xfrm>
          <a:prstGeom prst="rect">
            <a:avLst/>
          </a:prstGeom>
        </p:spPr>
      </p:pic>
      <p:sp>
        <p:nvSpPr>
          <p:cNvPr id="4" name="2. Subtitle Placeholder">
            <a:extLst>
              <a:ext uri="{FF2B5EF4-FFF2-40B4-BE49-F238E27FC236}">
                <a16:creationId xmlns:a16="http://schemas.microsoft.com/office/drawing/2014/main" id="{4D08B0F8-A772-D5DC-A249-B09F62A0648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3707702"/>
            <a:ext cx="537795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0651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Divider Slide - 1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. Title Placeholder">
            <a:extLst>
              <a:ext uri="{FF2B5EF4-FFF2-40B4-BE49-F238E27FC236}">
                <a16:creationId xmlns:a16="http://schemas.microsoft.com/office/drawing/2014/main" id="{B7F235D6-4347-D7AC-BFE0-1EA4849BA5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400" y="617736"/>
            <a:ext cx="6353996" cy="15058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5400"/>
              </a:lnSpc>
              <a:defRPr sz="6000">
                <a:solidFill>
                  <a:srgbClr val="FAFAFA"/>
                </a:solidFill>
              </a:defRPr>
            </a:lvl1pPr>
          </a:lstStyle>
          <a:p>
            <a:r>
              <a:rPr lang="en-GB" dirty="0"/>
              <a:t>Insert </a:t>
            </a:r>
            <a:br>
              <a:rPr lang="en-GB" dirty="0"/>
            </a:br>
            <a:r>
              <a:rPr lang="en-GB" dirty="0"/>
              <a:t>headline here.</a:t>
            </a:r>
            <a:endParaRPr lang="en-US" dirty="0"/>
          </a:p>
        </p:txBody>
      </p:sp>
      <p:sp>
        <p:nvSpPr>
          <p:cNvPr id="5" name="3. Picture Placeholder">
            <a:extLst>
              <a:ext uri="{FF2B5EF4-FFF2-40B4-BE49-F238E27FC236}">
                <a16:creationId xmlns:a16="http://schemas.microsoft.com/office/drawing/2014/main" id="{C4BE638E-576F-FF68-6661-2065A7520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852863"/>
            <a:ext cx="12192000" cy="3005137"/>
          </a:xfrm>
        </p:spPr>
        <p:txBody>
          <a:bodyPr/>
          <a:lstStyle>
            <a:lvl1pPr>
              <a:defRPr>
                <a:solidFill>
                  <a:srgbClr val="FAFAFA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 descr="A black and white sign with white text&#10;&#10;Description automatically generated">
            <a:extLst>
              <a:ext uri="{FF2B5EF4-FFF2-40B4-BE49-F238E27FC236}">
                <a16:creationId xmlns:a16="http://schemas.microsoft.com/office/drawing/2014/main" id="{B60C4C52-9135-6A73-6513-3DC666671DA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35021" y="617736"/>
            <a:ext cx="1953808" cy="497017"/>
          </a:xfrm>
          <a:prstGeom prst="rect">
            <a:avLst/>
          </a:prstGeom>
        </p:spPr>
      </p:pic>
      <p:sp>
        <p:nvSpPr>
          <p:cNvPr id="6" name="2. Subtitle Placeholder">
            <a:extLst>
              <a:ext uri="{FF2B5EF4-FFF2-40B4-BE49-F238E27FC236}">
                <a16:creationId xmlns:a16="http://schemas.microsoft.com/office/drawing/2014/main" id="{45F6EDF8-CE70-0D70-2DBA-A1956B6C0B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2211993"/>
            <a:ext cx="6353996" cy="136940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Insert sub copy here.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779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2E4F16-6A33-590C-E998-18078E5FD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21935-1F17-2770-8A15-DB1289DB7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F51E4-A158-152B-4B4B-64E5199C7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BFD85-82E7-47E4-885E-AE80971B230E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89DA-EA2E-9F78-F186-A5C4CD7570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BE1C0-E421-00EB-C540-B503BD142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DAF4F-9AA4-4D49-AC18-CB4B33C6138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37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4C08AA-2148-527A-BB20-1D271A40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37430"/>
            <a:ext cx="10515600" cy="47815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797B6-4643-3710-FBDF-B4E98217F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920" y="1347469"/>
            <a:ext cx="10515600" cy="4829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32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1B1B1B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rgbClr val="1B1B1B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ad.carpentries.org/2026-03-18-bham-web-scraping-Python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Web_scraping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onlinesurveys.jisc.ac.uk/s/bham/2026-it-needs-of-active-research" TargetMode="External"/><Relationship Id="rId2" Type="http://schemas.openxmlformats.org/officeDocument/2006/relationships/hyperlink" Target="https://blog.bham.ac.uk/bear/2026/01/16/update-2024-it-needs-of-active-research-survey-progress/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20C94-6C17-C80F-0339-34AD6ED68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Welcome to Web Scraping with Python!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E1EBF-0468-3F56-7095-A02AE6BA5B66}"/>
              </a:ext>
            </a:extLst>
          </p:cNvPr>
          <p:cNvSpPr txBox="1"/>
          <p:nvPr/>
        </p:nvSpPr>
        <p:spPr>
          <a:xfrm>
            <a:off x="1074093" y="2456252"/>
            <a:ext cx="1004381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Please log onto the </a:t>
            </a:r>
            <a:r>
              <a:rPr lang="en-GB" sz="2800" dirty="0" err="1">
                <a:latin typeface="Gill Sans MT" panose="020B0502020104020203" pitchFamily="34" charset="0"/>
              </a:rPr>
              <a:t>Etherpad</a:t>
            </a:r>
            <a:r>
              <a:rPr lang="en-GB" sz="2800" dirty="0">
                <a:latin typeface="Gill Sans MT" panose="020B0502020104020203" pitchFamily="34" charset="0"/>
              </a:rPr>
              <a:t>: </a:t>
            </a:r>
          </a:p>
          <a:p>
            <a:r>
              <a:rPr lang="en-GB" sz="2800" dirty="0">
                <a:latin typeface="Gill Sans MT" panose="020B0502020104020203" pitchFamily="34" charset="0"/>
                <a:hlinkClick r:id="rId2"/>
              </a:rPr>
              <a:t>https://pad.carpentries.org/2026-03-18-bham-web-scraping-Python</a:t>
            </a:r>
            <a:endParaRPr lang="en-GB" sz="2800" dirty="0">
              <a:latin typeface="Gill Sans MT" panose="020B0502020104020203" pitchFamily="34" charset="0"/>
            </a:endParaRP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Add your details in the ‘Sign in’ section</a:t>
            </a:r>
          </a:p>
          <a:p>
            <a:endParaRPr lang="en-GB" sz="2800" dirty="0">
              <a:latin typeface="Gill Sans MT" panose="020B0502020104020203" pitchFamily="34" charset="0"/>
            </a:endParaRPr>
          </a:p>
          <a:p>
            <a:r>
              <a:rPr lang="en-GB" sz="2800" dirty="0">
                <a:latin typeface="Gill Sans MT" panose="020B0502020104020203" pitchFamily="34" charset="0"/>
              </a:rPr>
              <a:t>Check if you have completed the Software Setup’</a:t>
            </a:r>
          </a:p>
        </p:txBody>
      </p:sp>
    </p:spTree>
    <p:extLst>
      <p:ext uri="{BB962C8B-B14F-4D97-AF65-F5344CB8AC3E}">
        <p14:creationId xmlns:p14="http://schemas.microsoft.com/office/powerpoint/2010/main" val="2280401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213C2-3BCC-1E61-B384-791CE63A59E0}"/>
              </a:ext>
            </a:extLst>
          </p:cNvPr>
          <p:cNvSpPr txBox="1"/>
          <p:nvPr/>
        </p:nvSpPr>
        <p:spPr>
          <a:xfrm>
            <a:off x="1766316" y="4153715"/>
            <a:ext cx="86593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latin typeface="Gill Sans MT" panose="020B0502020104020203" pitchFamily="34" charset="0"/>
              </a:rPr>
              <a:t>Web scraping typically targets one web site at a time to extract unstructured information and put it in a structured form for reuse.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21DF3-9AFB-0A5D-2490-B0D31D970D5C}"/>
              </a:ext>
            </a:extLst>
          </p:cNvPr>
          <p:cNvSpPr txBox="1"/>
          <p:nvPr/>
        </p:nvSpPr>
        <p:spPr>
          <a:xfrm>
            <a:off x="2004060" y="1146434"/>
            <a:ext cx="818388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latin typeface="Gill Sans MT" panose="020B0502020104020203" pitchFamily="34" charset="0"/>
              </a:rPr>
              <a:t>“Web scraping (web harvesting or web data extraction) is a computer software technique of extracting information from websites.”</a:t>
            </a:r>
          </a:p>
          <a:p>
            <a:r>
              <a:rPr lang="en-GB" sz="2800" dirty="0">
                <a:latin typeface="Gill Sans MT" panose="020B0502020104020203" pitchFamily="34" charset="0"/>
              </a:rPr>
              <a:t>Wikipedia </a:t>
            </a:r>
            <a:r>
              <a:rPr lang="en-GB" sz="2800" b="0" u="sng" dirty="0">
                <a:solidFill>
                  <a:srgbClr val="3B3B3B"/>
                </a:solidFill>
                <a:effectLst/>
                <a:latin typeface="Gill Sans MT" panose="020B0502020104020203" pitchFamily="34" charset="0"/>
                <a:hlinkClick r:id="rId2"/>
              </a:rPr>
              <a:t>https://en.wikipedia.org/wiki/Web_scraping</a:t>
            </a:r>
            <a:endParaRPr lang="en-GB" sz="2800" b="0" u="sng" dirty="0">
              <a:solidFill>
                <a:srgbClr val="3B3B3B"/>
              </a:solidFill>
              <a:effectLst/>
              <a:latin typeface="Gill Sans MT" panose="020B0502020104020203" pitchFamily="34" charset="0"/>
            </a:endParaRPr>
          </a:p>
          <a:p>
            <a:endParaRPr lang="en-GB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996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E620C391-20C5-6C32-725C-F3CDA73D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208" y="1053458"/>
            <a:ext cx="9315816" cy="55942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2AEFFA-200D-D500-21A7-99A4A7DF5C91}"/>
              </a:ext>
            </a:extLst>
          </p:cNvPr>
          <p:cNvSpPr txBox="1"/>
          <p:nvPr/>
        </p:nvSpPr>
        <p:spPr>
          <a:xfrm>
            <a:off x="1481720" y="210312"/>
            <a:ext cx="8622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>
                <a:latin typeface="Gill Sans MT" panose="020B0502020104020203" pitchFamily="34" charset="0"/>
              </a:rPr>
              <a:t>Hypertext Markup Language – html</a:t>
            </a:r>
          </a:p>
        </p:txBody>
      </p:sp>
    </p:spTree>
    <p:extLst>
      <p:ext uri="{BB962C8B-B14F-4D97-AF65-F5344CB8AC3E}">
        <p14:creationId xmlns:p14="http://schemas.microsoft.com/office/powerpoint/2010/main" val="4091479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B5C-1A88-B4C4-5A3C-F4752138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0"/>
              </a:rPr>
              <a:t>html</a:t>
            </a:r>
            <a:r>
              <a:rPr lang="en-GB" dirty="0">
                <a:latin typeface="Gill Sans Nova" panose="020B0602020104020203" pitchFamily="34" charset="0"/>
              </a:rPr>
              <a:t>  Tree Format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C8A61302-D799-3CAC-B293-FC50B01D7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517" y="1892226"/>
            <a:ext cx="5476965" cy="44992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2A857-BC7F-6160-DC28-E8A96EB9C2B8}"/>
              </a:ext>
            </a:extLst>
          </p:cNvPr>
          <p:cNvSpPr txBox="1"/>
          <p:nvPr/>
        </p:nvSpPr>
        <p:spPr>
          <a:xfrm>
            <a:off x="7961376" y="6391518"/>
            <a:ext cx="4230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12529"/>
                </a:solidFill>
                <a:effectLst/>
                <a:latin typeface="Mulish"/>
              </a:rPr>
              <a:t>Source: Wikipedia. Author: Birger Eriksson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9340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0F5C0-84F8-3C4C-67C1-0F68CF983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101"/>
            <a:ext cx="10515600" cy="659003"/>
          </a:xfrm>
        </p:spPr>
        <p:txBody>
          <a:bodyPr>
            <a:normAutofit fontScale="90000"/>
          </a:bodyPr>
          <a:lstStyle/>
          <a:p>
            <a:r>
              <a:rPr lang="en-GB" dirty="0">
                <a:latin typeface="Gill Sans MT" panose="020B0502020104020203" pitchFamily="34" charset="0"/>
              </a:rPr>
              <a:t>html tags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0481A-414D-C1F4-B3C0-430952024FAD}"/>
              </a:ext>
            </a:extLst>
          </p:cNvPr>
          <p:cNvSpPr txBox="1"/>
          <p:nvPr/>
        </p:nvSpPr>
        <p:spPr>
          <a:xfrm>
            <a:off x="713232" y="905684"/>
            <a:ext cx="10963656" cy="58631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</a:t>
            </a:r>
            <a:r>
              <a:rPr lang="en-GB" sz="1700" b="1" dirty="0" err="1"/>
              <a:t>hmtl</a:t>
            </a:r>
            <a:r>
              <a:rPr lang="en-GB" sz="1700" b="1" dirty="0"/>
              <a:t>&gt;...&lt;/html&gt;   </a:t>
            </a:r>
            <a:r>
              <a:rPr lang="en-GB" sz="1700" dirty="0"/>
              <a:t>		The root element that contains the entire document.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&lt;head&gt;...&lt;/head&gt;</a:t>
            </a:r>
            <a:r>
              <a:rPr lang="en-GB" sz="1700" dirty="0"/>
              <a:t>		Contains metadata such as the page title that the browser displays.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&lt;body&gt;...&lt;/body&gt;</a:t>
            </a:r>
            <a:r>
              <a:rPr lang="en-GB" sz="1700" dirty="0"/>
              <a:t>		Contains the content that will be shown on the webpage.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&lt;h1&gt;...&lt;/h1&gt;, &lt;h2&gt;...&lt;/h2&gt;</a:t>
            </a:r>
            <a:r>
              <a:rPr lang="en-GB" sz="1700" dirty="0"/>
              <a:t>	Define headers of levels 1, 2, 3, and so on.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&lt;p&gt;...&lt;/p&gt;</a:t>
            </a:r>
            <a:r>
              <a:rPr lang="en-GB" sz="1700" dirty="0"/>
              <a:t>			Represents a paragraph.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&lt;a </a:t>
            </a:r>
            <a:r>
              <a:rPr lang="en-GB" sz="1700" b="1" dirty="0" err="1"/>
              <a:t>href</a:t>
            </a:r>
            <a:r>
              <a:rPr lang="en-GB" sz="1700" b="1" dirty="0"/>
              <a:t>=""&gt;...&lt;/a&gt;</a:t>
            </a:r>
            <a:r>
              <a:rPr lang="en-GB" sz="1700" dirty="0"/>
              <a:t>		Creates a hyperlink; the destination URL is set with the </a:t>
            </a:r>
            <a:r>
              <a:rPr lang="en-GB" sz="1700" b="1" dirty="0" err="1"/>
              <a:t>href</a:t>
            </a:r>
            <a:r>
              <a:rPr lang="en-GB" sz="1700" dirty="0"/>
              <a:t> attribute.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</a:t>
            </a:r>
            <a:r>
              <a:rPr lang="en-GB" sz="1700" b="1" dirty="0" err="1"/>
              <a:t>img</a:t>
            </a:r>
            <a:r>
              <a:rPr lang="en-GB" sz="1700" b="1" dirty="0"/>
              <a:t> </a:t>
            </a:r>
            <a:r>
              <a:rPr lang="en-GB" sz="1700" b="1" dirty="0" err="1"/>
              <a:t>src</a:t>
            </a:r>
            <a:r>
              <a:rPr lang="en-GB" sz="1700" b="1" dirty="0"/>
              <a:t>="" alt=""&gt;		</a:t>
            </a:r>
            <a:r>
              <a:rPr lang="en-GB" sz="1700" dirty="0"/>
              <a:t>Embeds an image, with the image source specified by `</a:t>
            </a:r>
            <a:r>
              <a:rPr lang="en-GB" sz="1700" dirty="0" err="1"/>
              <a:t>src</a:t>
            </a:r>
            <a:r>
              <a:rPr lang="en-GB" sz="1700" dirty="0"/>
              <a:t>` and 					alternative text provided by `alt`. It doesn't have an opening tag.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&lt;table&gt;...&lt;/table&gt;, &lt;</a:t>
            </a:r>
            <a:r>
              <a:rPr lang="en-GB" sz="1700" b="1" dirty="0" err="1"/>
              <a:t>th</a:t>
            </a:r>
            <a:r>
              <a:rPr lang="en-GB" sz="1700" b="1" dirty="0"/>
              <a:t>&gt;...&lt;/</a:t>
            </a:r>
            <a:r>
              <a:rPr lang="en-GB" sz="1700" b="1" dirty="0" err="1"/>
              <a:t>th</a:t>
            </a:r>
            <a:r>
              <a:rPr lang="en-GB" sz="1700" b="1" dirty="0"/>
              <a:t>&gt;, 	</a:t>
            </a:r>
            <a:r>
              <a:rPr lang="en-GB" sz="1700" dirty="0"/>
              <a:t>Define a table structure, with headers (`&lt;</a:t>
            </a:r>
            <a:r>
              <a:rPr lang="en-GB" sz="1700" dirty="0" err="1"/>
              <a:t>th</a:t>
            </a:r>
            <a:r>
              <a:rPr lang="en-GB" sz="1700" dirty="0"/>
              <a:t>&gt;`), rows (`&lt;tr&gt;`), </a:t>
            </a:r>
          </a:p>
          <a:p>
            <a:r>
              <a:rPr lang="en-GB" sz="1700" b="1" dirty="0"/>
              <a:t>      &lt;tr&gt;...&lt;/tr&gt;, &lt;td&gt;...&lt;/td&gt; </a:t>
            </a:r>
            <a:r>
              <a:rPr lang="en-GB" sz="1700"/>
              <a:t>		and </a:t>
            </a:r>
            <a:r>
              <a:rPr lang="en-GB" sz="1700" dirty="0"/>
              <a:t>cells (`&lt;td&gt;`).</a:t>
            </a:r>
          </a:p>
          <a:p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&lt;div&gt;...&lt;/div&gt;			</a:t>
            </a:r>
            <a:r>
              <a:rPr lang="en-GB" sz="1700" dirty="0"/>
              <a:t>Groups sections of HTML content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7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700" b="1" dirty="0"/>
              <a:t>&lt;script&gt;...&lt;/script&gt;		</a:t>
            </a:r>
            <a:r>
              <a:rPr lang="en-GB" sz="1700" dirty="0"/>
              <a:t>Embeds or links to JavaScript code.</a:t>
            </a:r>
          </a:p>
          <a:p>
            <a:endParaRPr lang="en-GB" dirty="0">
              <a:latin typeface="Gill Sans Nova" panose="020B06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2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5ABF-8D69-14A7-2080-3A2022ED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ill Sans MT" panose="020B0502020104020203" pitchFamily="34" charset="0"/>
              </a:rPr>
              <a:t>Selenium ‘find’ instructions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E4CDF-25B1-E105-ED5B-AEA6DE493792}"/>
              </a:ext>
            </a:extLst>
          </p:cNvPr>
          <p:cNvSpPr txBox="1"/>
          <p:nvPr/>
        </p:nvSpPr>
        <p:spPr>
          <a:xfrm>
            <a:off x="908957" y="1690688"/>
            <a:ext cx="1107621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latin typeface="Gill Sans MT" panose="020B0502020104020203" pitchFamily="34" charset="0"/>
              </a:rPr>
              <a:t>.</a:t>
            </a:r>
            <a:r>
              <a:rPr lang="en-GB" sz="3200" dirty="0" err="1">
                <a:latin typeface="Gill Sans MT" panose="020B0502020104020203" pitchFamily="34" charset="0"/>
              </a:rPr>
              <a:t>find_element</a:t>
            </a:r>
            <a:r>
              <a:rPr lang="en-GB" sz="3200" dirty="0">
                <a:latin typeface="Gill Sans MT" panose="020B0502020104020203" pitchFamily="34" charset="0"/>
              </a:rPr>
              <a:t>()  - finds first matching element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 To select first &lt;table&gt; element: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r>
              <a:rPr lang="en-GB" sz="2400" dirty="0">
                <a:latin typeface="Gill Sans MT" panose="020B0502020104020203" pitchFamily="34" charset="0"/>
              </a:rPr>
              <a:t>		</a:t>
            </a:r>
            <a:r>
              <a:rPr lang="en-GB" sz="2400" dirty="0" err="1">
                <a:latin typeface="Consolas" panose="020B0609020204030204" pitchFamily="49" charset="0"/>
              </a:rPr>
              <a:t>driver.find_element</a:t>
            </a:r>
            <a:r>
              <a:rPr lang="en-GB" sz="2400" dirty="0">
                <a:latin typeface="Consolas" panose="020B0609020204030204" pitchFamily="49" charset="0"/>
              </a:rPr>
              <a:t>(by=</a:t>
            </a:r>
            <a:r>
              <a:rPr lang="en-GB" sz="2400" dirty="0" err="1">
                <a:latin typeface="Consolas" panose="020B0609020204030204" pitchFamily="49" charset="0"/>
              </a:rPr>
              <a:t>By.TAG_NAME</a:t>
            </a:r>
            <a:r>
              <a:rPr lang="en-GB" sz="2400" dirty="0">
                <a:latin typeface="Consolas" panose="020B0609020204030204" pitchFamily="49" charset="0"/>
              </a:rPr>
              <a:t>, value=“table”) </a:t>
            </a:r>
          </a:p>
          <a:p>
            <a:endParaRPr lang="en-GB" sz="2400" dirty="0">
              <a:latin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 To find a row with &lt;tr class=“film”&gt;:</a:t>
            </a:r>
          </a:p>
          <a:p>
            <a:endParaRPr lang="en-GB" sz="2400" dirty="0">
              <a:latin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</a:rPr>
              <a:t>		</a:t>
            </a:r>
            <a:r>
              <a:rPr lang="en-GB" sz="2400" dirty="0" err="1">
                <a:latin typeface="Consolas" panose="020B0609020204030204" pitchFamily="49" charset="0"/>
              </a:rPr>
              <a:t>driver.find_element</a:t>
            </a:r>
            <a:r>
              <a:rPr lang="en-GB" sz="2400" dirty="0">
                <a:latin typeface="Consolas" panose="020B0609020204030204" pitchFamily="49" charset="0"/>
              </a:rPr>
              <a:t>(by=</a:t>
            </a:r>
            <a:r>
              <a:rPr lang="en-GB" sz="2400" dirty="0" err="1">
                <a:latin typeface="Consolas" panose="020B0609020204030204" pitchFamily="49" charset="0"/>
              </a:rPr>
              <a:t>By.CLASS_NAME</a:t>
            </a:r>
            <a:r>
              <a:rPr lang="en-GB" sz="2400" dirty="0">
                <a:latin typeface="Consolas" panose="020B0609020204030204" pitchFamily="49" charset="0"/>
              </a:rPr>
              <a:t>, value=“film”)</a:t>
            </a:r>
          </a:p>
          <a:p>
            <a:endParaRPr lang="en-GB" sz="2400" dirty="0">
              <a:latin typeface="Gill Sans MT" panose="020B0502020104020203" pitchFamily="34" charset="0"/>
            </a:endParaRPr>
          </a:p>
          <a:p>
            <a:r>
              <a:rPr lang="en-GB" sz="3200" dirty="0">
                <a:latin typeface="Gill Sans MT" panose="020B0502020104020203" pitchFamily="34" charset="0"/>
              </a:rPr>
              <a:t>.</a:t>
            </a:r>
            <a:r>
              <a:rPr lang="en-GB" sz="3200" dirty="0" err="1">
                <a:latin typeface="Gill Sans MT" panose="020B0502020104020203" pitchFamily="34" charset="0"/>
              </a:rPr>
              <a:t>find_elements</a:t>
            </a:r>
            <a:r>
              <a:rPr lang="en-GB" sz="3200" dirty="0">
                <a:latin typeface="Gill Sans MT" panose="020B0502020104020203" pitchFamily="34" charset="0"/>
              </a:rPr>
              <a:t>() – finds all matching elements</a:t>
            </a:r>
          </a:p>
        </p:txBody>
      </p:sp>
    </p:spTree>
    <p:extLst>
      <p:ext uri="{BB962C8B-B14F-4D97-AF65-F5344CB8AC3E}">
        <p14:creationId xmlns:p14="http://schemas.microsoft.com/office/powerpoint/2010/main" val="85506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15AE-8218-291C-031F-64E07877F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Scraping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2FDF51-6413-5F9D-52B1-98D0A167CFE3}"/>
              </a:ext>
            </a:extLst>
          </p:cNvPr>
          <p:cNvSpPr txBox="1"/>
          <p:nvPr/>
        </p:nvSpPr>
        <p:spPr>
          <a:xfrm>
            <a:off x="978408" y="1874520"/>
            <a:ext cx="98298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Understand the structure of the website</a:t>
            </a:r>
          </a:p>
          <a:p>
            <a:pPr marL="342900" indent="-342900">
              <a:buAutoNum type="arabicPeriod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Determine whether the content is static or dynamic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Static content can be accessed directly using the ‘requests’ library and parsed using </a:t>
            </a:r>
            <a:r>
              <a:rPr lang="en-GB" sz="2400" dirty="0" err="1">
                <a:latin typeface="Gill Sans MT" panose="020B0502020104020203" pitchFamily="34" charset="0"/>
              </a:rPr>
              <a:t>BeautifulSoup</a:t>
            </a:r>
            <a:endParaRPr lang="en-GB" sz="2400" dirty="0">
              <a:latin typeface="Gill Sans MT" panose="020B05020201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Gill Sans MT" panose="020B0502020104020203" pitchFamily="34" charset="0"/>
              </a:rPr>
              <a:t>Dynamic content is loaded or updated by JavaScript and typically requires Selenium to render the page before parsing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Build your scraping pipeline</a:t>
            </a:r>
          </a:p>
          <a:p>
            <a:pPr marL="342900" indent="-342900">
              <a:buFont typeface="+mj-lt"/>
              <a:buAutoNum type="arabicPeriod"/>
            </a:pPr>
            <a:endParaRPr lang="en-GB" sz="2400" dirty="0">
              <a:latin typeface="Gill Sans MT" panose="020B05020201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2400" dirty="0">
                <a:latin typeface="Gill Sans MT" panose="020B0502020104020203" pitchFamily="34" charset="0"/>
              </a:rPr>
              <a:t>Clean, format and store the data in a structured format. Pandas </a:t>
            </a:r>
            <a:r>
              <a:rPr lang="en-GB" sz="2400" dirty="0" err="1">
                <a:latin typeface="Gill Sans MT" panose="020B0502020104020203" pitchFamily="34" charset="0"/>
              </a:rPr>
              <a:t>DataFrames</a:t>
            </a:r>
            <a:r>
              <a:rPr lang="en-GB" sz="2400" dirty="0">
                <a:latin typeface="Gill Sans MT" panose="020B0502020104020203" pitchFamily="34" charset="0"/>
              </a:rPr>
              <a:t> may be used</a:t>
            </a:r>
          </a:p>
          <a:p>
            <a:pPr marL="342900" indent="-342900">
              <a:buAutoNum type="arabicPeriod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8827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65EE-9C4A-AB47-3B1A-4DEAC42DA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7603"/>
          </a:xfrm>
        </p:spPr>
        <p:txBody>
          <a:bodyPr/>
          <a:lstStyle/>
          <a:p>
            <a:r>
              <a:rPr lang="en-GB" dirty="0"/>
              <a:t>Cascading Style Sheet (CSS) Code </a:t>
            </a:r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06D451-73A2-F435-E8E0-0B96AAFF0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57" y="1576007"/>
            <a:ext cx="4441285" cy="4779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1668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57C48-2C50-5587-5B64-24F7CE23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2026 IT Needs of Active Research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9116-DBB8-4101-FC45-CEDC7FD29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921" y="1310641"/>
            <a:ext cx="7175693" cy="437896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/>
              <a:t>Survey going live Monday 23 February for 4 weeks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/>
              <a:t>Being sent to all research staff via new mailing list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/>
              <a:t>PGR Leads being asked to send out to PGRs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Your opportunity to shape the future of research computing at </a:t>
            </a:r>
            <a:r>
              <a:rPr lang="en-GB" sz="2000" dirty="0" err="1"/>
              <a:t>UoB</a:t>
            </a:r>
            <a:r>
              <a:rPr lang="en-GB" sz="2000" dirty="0"/>
              <a:t>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>
                <a:hlinkClick r:id="rId2"/>
              </a:rPr>
              <a:t>Received 5 years of funding for extra training based on 2024 results</a:t>
            </a:r>
            <a:endParaRPr lang="en-GB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Survey link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1600" dirty="0">
                <a:hlinkClick r:id="rId3"/>
              </a:rPr>
              <a:t>https://app.onlinesurveys.jisc.ac.uk/s/bham/2026-it-needs-of-active-research</a:t>
            </a:r>
            <a:r>
              <a:rPr lang="en-GB" sz="16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DBA7F14-E730-26A9-97F8-8BB8A20B6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366" y="1080871"/>
            <a:ext cx="3706836" cy="3706836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F15C397-8423-6956-2F43-5D393BE0A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6366" y="4753708"/>
            <a:ext cx="3706836" cy="208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86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UOB">
  <a:themeElements>
    <a:clrScheme name="Custom 2">
      <a:dk1>
        <a:srgbClr val="000000"/>
      </a:dk1>
      <a:lt1>
        <a:srgbClr val="FFFFFF"/>
      </a:lt1>
      <a:dk2>
        <a:srgbClr val="C59A00"/>
      </a:dk2>
      <a:lt2>
        <a:srgbClr val="C20019"/>
      </a:lt2>
      <a:accent1>
        <a:srgbClr val="007838"/>
      </a:accent1>
      <a:accent2>
        <a:srgbClr val="00788E"/>
      </a:accent2>
      <a:accent3>
        <a:srgbClr val="0057BF"/>
      </a:accent3>
      <a:accent4>
        <a:srgbClr val="501D83"/>
      </a:accent4>
      <a:accent5>
        <a:srgbClr val="DB0061"/>
      </a:accent5>
      <a:accent6>
        <a:srgbClr val="CF4527"/>
      </a:accent6>
      <a:hlink>
        <a:srgbClr val="0057BF"/>
      </a:hlink>
      <a:folHlink>
        <a:srgbClr val="0057B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irmingham PPT 2026" id="{86EC31B4-B75D-434C-BEBB-768DD4211533}" vid="{B6E7CFB6-7E16-774A-90EA-9BA93C73CD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</TotalTime>
  <Words>587</Words>
  <Application>Microsoft Office PowerPoint</Application>
  <PresentationFormat>Widescreen</PresentationFormat>
  <Paragraphs>65</Paragraphs>
  <Slides>9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Gill Sans MT</vt:lpstr>
      <vt:lpstr>Gill Sans Nova</vt:lpstr>
      <vt:lpstr>Mulish</vt:lpstr>
      <vt:lpstr>Times New Roman</vt:lpstr>
      <vt:lpstr>Office Theme</vt:lpstr>
      <vt:lpstr>UOB</vt:lpstr>
      <vt:lpstr>Welcome to Web Scraping with Python!</vt:lpstr>
      <vt:lpstr>PowerPoint Presentation</vt:lpstr>
      <vt:lpstr>PowerPoint Presentation</vt:lpstr>
      <vt:lpstr>html  Tree Format</vt:lpstr>
      <vt:lpstr>html tags</vt:lpstr>
      <vt:lpstr>Selenium ‘find’ instructions</vt:lpstr>
      <vt:lpstr>The Scraping Pipeline</vt:lpstr>
      <vt:lpstr>Cascading Style Sheet (CSS) Code </vt:lpstr>
      <vt:lpstr>2026 IT Needs of Active Research Survey</vt:lpstr>
    </vt:vector>
  </TitlesOfParts>
  <Company>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Louise Brown (Advanced Research Computing)</dc:creator>
  <cp:lastModifiedBy>Louise Brown (Advanced Research Computing)</cp:lastModifiedBy>
  <cp:revision>5</cp:revision>
  <dcterms:created xsi:type="dcterms:W3CDTF">2026-01-22T08:58:37Z</dcterms:created>
  <dcterms:modified xsi:type="dcterms:W3CDTF">2026-03-03T09:48:32Z</dcterms:modified>
</cp:coreProperties>
</file>