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61" r:id="rId3"/>
    <p:sldId id="262" r:id="rId4"/>
    <p:sldId id="263" r:id="rId5"/>
    <p:sldId id="265" r:id="rId6"/>
    <p:sldId id="266" r:id="rId7"/>
    <p:sldId id="267" r:id="rId8"/>
    <p:sldId id="264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1E9EEAA-CF00-46E7-93EB-DB0DCD9C8A53}" v="36" dt="2026-01-22T17:38:27.61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ouise Brown (Advanced Research Computing)" userId="1a26bf97-cc65-4962-b1c9-f482974b10b6" providerId="ADAL" clId="{31240669-A139-4487-A095-57964DDBD73A}"/>
    <pc:docChg chg="undo redo custSel addSld delSld modSld">
      <pc:chgData name="Louise Brown (Advanced Research Computing)" userId="1a26bf97-cc65-4962-b1c9-f482974b10b6" providerId="ADAL" clId="{31240669-A139-4487-A095-57964DDBD73A}" dt="2026-01-22T17:38:27.628" v="792"/>
      <pc:docMkLst>
        <pc:docMk/>
      </pc:docMkLst>
      <pc:sldChg chg="del">
        <pc:chgData name="Louise Brown (Advanced Research Computing)" userId="1a26bf97-cc65-4962-b1c9-f482974b10b6" providerId="ADAL" clId="{31240669-A139-4487-A095-57964DDBD73A}" dt="2026-01-22T10:48:18.922" v="204" actId="47"/>
        <pc:sldMkLst>
          <pc:docMk/>
          <pc:sldMk cId="1769585570" sldId="256"/>
        </pc:sldMkLst>
      </pc:sldChg>
      <pc:sldChg chg="new del">
        <pc:chgData name="Louise Brown (Advanced Research Computing)" userId="1a26bf97-cc65-4962-b1c9-f482974b10b6" providerId="ADAL" clId="{31240669-A139-4487-A095-57964DDBD73A}" dt="2026-01-22T10:47:35.791" v="190" actId="47"/>
        <pc:sldMkLst>
          <pc:docMk/>
          <pc:sldMk cId="2812364640" sldId="257"/>
        </pc:sldMkLst>
      </pc:sldChg>
      <pc:sldChg chg="addSp modSp new mod">
        <pc:chgData name="Louise Brown (Advanced Research Computing)" userId="1a26bf97-cc65-4962-b1c9-f482974b10b6" providerId="ADAL" clId="{31240669-A139-4487-A095-57964DDBD73A}" dt="2026-01-22T10:48:51.219" v="207" actId="1076"/>
        <pc:sldMkLst>
          <pc:docMk/>
          <pc:sldMk cId="2280401822" sldId="258"/>
        </pc:sldMkLst>
        <pc:spChg chg="mod">
          <ac:chgData name="Louise Brown (Advanced Research Computing)" userId="1a26bf97-cc65-4962-b1c9-f482974b10b6" providerId="ADAL" clId="{31240669-A139-4487-A095-57964DDBD73A}" dt="2026-01-22T10:48:14.125" v="203" actId="20577"/>
          <ac:spMkLst>
            <pc:docMk/>
            <pc:sldMk cId="2280401822" sldId="258"/>
            <ac:spMk id="2" creationId="{6A020C94-6C17-C80F-0339-34AD6ED68812}"/>
          </ac:spMkLst>
        </pc:spChg>
        <pc:spChg chg="add mod">
          <ac:chgData name="Louise Brown (Advanced Research Computing)" userId="1a26bf97-cc65-4962-b1c9-f482974b10b6" providerId="ADAL" clId="{31240669-A139-4487-A095-57964DDBD73A}" dt="2026-01-22T10:48:51.219" v="207" actId="1076"/>
          <ac:spMkLst>
            <pc:docMk/>
            <pc:sldMk cId="2280401822" sldId="258"/>
            <ac:spMk id="3" creationId="{B87E1EBF-0468-3F56-7095-A02AE6BA5B66}"/>
          </ac:spMkLst>
        </pc:spChg>
      </pc:sldChg>
      <pc:sldChg chg="addSp delSp modSp new mod">
        <pc:chgData name="Louise Brown (Advanced Research Computing)" userId="1a26bf97-cc65-4962-b1c9-f482974b10b6" providerId="ADAL" clId="{31240669-A139-4487-A095-57964DDBD73A}" dt="2026-01-22T11:46:18.382" v="334" actId="6549"/>
        <pc:sldMkLst>
          <pc:docMk/>
          <pc:sldMk cId="1223173470" sldId="259"/>
        </pc:sldMkLst>
        <pc:spChg chg="mod">
          <ac:chgData name="Louise Brown (Advanced Research Computing)" userId="1a26bf97-cc65-4962-b1c9-f482974b10b6" providerId="ADAL" clId="{31240669-A139-4487-A095-57964DDBD73A}" dt="2026-01-22T11:46:18.382" v="334" actId="6549"/>
          <ac:spMkLst>
            <pc:docMk/>
            <pc:sldMk cId="1223173470" sldId="259"/>
            <ac:spMk id="2" creationId="{A1C0AA22-98CD-700F-DA5E-1DA39DC34C88}"/>
          </ac:spMkLst>
        </pc:spChg>
        <pc:spChg chg="add del mod">
          <ac:chgData name="Louise Brown (Advanced Research Computing)" userId="1a26bf97-cc65-4962-b1c9-f482974b10b6" providerId="ADAL" clId="{31240669-A139-4487-A095-57964DDBD73A}" dt="2026-01-22T11:45:03.685" v="279" actId="478"/>
          <ac:spMkLst>
            <pc:docMk/>
            <pc:sldMk cId="1223173470" sldId="259"/>
            <ac:spMk id="4" creationId="{07762F95-5FA2-B311-42EE-09D4A0AB3B88}"/>
          </ac:spMkLst>
        </pc:spChg>
        <pc:spChg chg="add del mod">
          <ac:chgData name="Louise Brown (Advanced Research Computing)" userId="1a26bf97-cc65-4962-b1c9-f482974b10b6" providerId="ADAL" clId="{31240669-A139-4487-A095-57964DDBD73A}" dt="2026-01-22T11:45:08.139" v="280" actId="478"/>
          <ac:spMkLst>
            <pc:docMk/>
            <pc:sldMk cId="1223173470" sldId="259"/>
            <ac:spMk id="5" creationId="{648D5964-5BF6-17E7-E2B0-B4900D91A2C6}"/>
          </ac:spMkLst>
        </pc:spChg>
        <pc:picChg chg="add mod">
          <ac:chgData name="Louise Brown (Advanced Research Computing)" userId="1a26bf97-cc65-4962-b1c9-f482974b10b6" providerId="ADAL" clId="{31240669-A139-4487-A095-57964DDBD73A}" dt="2026-01-22T11:46:02.015" v="323" actId="1076"/>
          <ac:picMkLst>
            <pc:docMk/>
            <pc:sldMk cId="1223173470" sldId="259"/>
            <ac:picMk id="7" creationId="{E89E471C-F100-7FD3-2F01-6D32966E4A90}"/>
          </ac:picMkLst>
        </pc:picChg>
      </pc:sldChg>
      <pc:sldChg chg="addSp modSp new mod">
        <pc:chgData name="Louise Brown (Advanced Research Computing)" userId="1a26bf97-cc65-4962-b1c9-f482974b10b6" providerId="ADAL" clId="{31240669-A139-4487-A095-57964DDBD73A}" dt="2026-01-22T12:02:48.722" v="379" actId="1076"/>
        <pc:sldMkLst>
          <pc:docMk/>
          <pc:sldMk cId="166184496" sldId="260"/>
        </pc:sldMkLst>
        <pc:spChg chg="mod">
          <ac:chgData name="Louise Brown (Advanced Research Computing)" userId="1a26bf97-cc65-4962-b1c9-f482974b10b6" providerId="ADAL" clId="{31240669-A139-4487-A095-57964DDBD73A}" dt="2026-01-22T12:02:28.383" v="374" actId="20577"/>
          <ac:spMkLst>
            <pc:docMk/>
            <pc:sldMk cId="166184496" sldId="260"/>
            <ac:spMk id="2" creationId="{0CF44166-3037-0D08-1E15-C9913A060B4D}"/>
          </ac:spMkLst>
        </pc:spChg>
        <pc:picChg chg="add mod">
          <ac:chgData name="Louise Brown (Advanced Research Computing)" userId="1a26bf97-cc65-4962-b1c9-f482974b10b6" providerId="ADAL" clId="{31240669-A139-4487-A095-57964DDBD73A}" dt="2026-01-22T12:02:48.722" v="379" actId="1076"/>
          <ac:picMkLst>
            <pc:docMk/>
            <pc:sldMk cId="166184496" sldId="260"/>
            <ac:picMk id="4" creationId="{CE855A71-9A9A-CBA2-47BF-79907B25D21D}"/>
          </ac:picMkLst>
        </pc:picChg>
      </pc:sldChg>
      <pc:sldChg chg="addSp modSp new mod">
        <pc:chgData name="Louise Brown (Advanced Research Computing)" userId="1a26bf97-cc65-4962-b1c9-f482974b10b6" providerId="ADAL" clId="{31240669-A139-4487-A095-57964DDBD73A}" dt="2026-01-22T12:16:22.519" v="606" actId="1076"/>
        <pc:sldMkLst>
          <pc:docMk/>
          <pc:sldMk cId="3387996650" sldId="261"/>
        </pc:sldMkLst>
        <pc:spChg chg="add mod">
          <ac:chgData name="Louise Brown (Advanced Research Computing)" userId="1a26bf97-cc65-4962-b1c9-f482974b10b6" providerId="ADAL" clId="{31240669-A139-4487-A095-57964DDBD73A}" dt="2026-01-22T12:16:22.519" v="606" actId="1076"/>
          <ac:spMkLst>
            <pc:docMk/>
            <pc:sldMk cId="3387996650" sldId="261"/>
            <ac:spMk id="3" creationId="{9A1213C2-3BCC-1E61-B384-791CE63A59E0}"/>
          </ac:spMkLst>
        </pc:spChg>
        <pc:spChg chg="add mod">
          <ac:chgData name="Louise Brown (Advanced Research Computing)" userId="1a26bf97-cc65-4962-b1c9-f482974b10b6" providerId="ADAL" clId="{31240669-A139-4487-A095-57964DDBD73A}" dt="2026-01-22T12:16:13.163" v="605" actId="1076"/>
          <ac:spMkLst>
            <pc:docMk/>
            <pc:sldMk cId="3387996650" sldId="261"/>
            <ac:spMk id="4" creationId="{BCD21DF3-9AFB-0A5D-2490-B0D31D970D5C}"/>
          </ac:spMkLst>
        </pc:spChg>
      </pc:sldChg>
      <pc:sldChg chg="addSp modSp new mod">
        <pc:chgData name="Louise Brown (Advanced Research Computing)" userId="1a26bf97-cc65-4962-b1c9-f482974b10b6" providerId="ADAL" clId="{31240669-A139-4487-A095-57964DDBD73A}" dt="2026-01-22T13:39:43.615" v="663" actId="1076"/>
        <pc:sldMkLst>
          <pc:docMk/>
          <pc:sldMk cId="4091479220" sldId="262"/>
        </pc:sldMkLst>
        <pc:spChg chg="add mod">
          <ac:chgData name="Louise Brown (Advanced Research Computing)" userId="1a26bf97-cc65-4962-b1c9-f482974b10b6" providerId="ADAL" clId="{31240669-A139-4487-A095-57964DDBD73A}" dt="2026-01-22T13:39:42.378" v="662" actId="1076"/>
          <ac:spMkLst>
            <pc:docMk/>
            <pc:sldMk cId="4091479220" sldId="262"/>
            <ac:spMk id="4" creationId="{9A2AEFFA-200D-D500-21A7-99A4A7DF5C91}"/>
          </ac:spMkLst>
        </pc:spChg>
        <pc:picChg chg="add mod">
          <ac:chgData name="Louise Brown (Advanced Research Computing)" userId="1a26bf97-cc65-4962-b1c9-f482974b10b6" providerId="ADAL" clId="{31240669-A139-4487-A095-57964DDBD73A}" dt="2026-01-22T13:39:43.615" v="663" actId="1076"/>
          <ac:picMkLst>
            <pc:docMk/>
            <pc:sldMk cId="4091479220" sldId="262"/>
            <ac:picMk id="3" creationId="{E620C391-20C5-6C32-725C-F3CDA73D450C}"/>
          </ac:picMkLst>
        </pc:picChg>
      </pc:sldChg>
      <pc:sldChg chg="addSp modSp new mod">
        <pc:chgData name="Louise Brown (Advanced Research Computing)" userId="1a26bf97-cc65-4962-b1c9-f482974b10b6" providerId="ADAL" clId="{31240669-A139-4487-A095-57964DDBD73A}" dt="2026-01-22T14:14:21.298" v="708" actId="1076"/>
        <pc:sldMkLst>
          <pc:docMk/>
          <pc:sldMk cId="1539340951" sldId="263"/>
        </pc:sldMkLst>
        <pc:spChg chg="mod">
          <ac:chgData name="Louise Brown (Advanced Research Computing)" userId="1a26bf97-cc65-4962-b1c9-f482974b10b6" providerId="ADAL" clId="{31240669-A139-4487-A095-57964DDBD73A}" dt="2026-01-22T14:08:44.040" v="705" actId="20577"/>
          <ac:spMkLst>
            <pc:docMk/>
            <pc:sldMk cId="1539340951" sldId="263"/>
            <ac:spMk id="2" creationId="{24928B5C-1A88-B4C4-5A3C-F47521383AC3}"/>
          </ac:spMkLst>
        </pc:spChg>
        <pc:spChg chg="add mod">
          <ac:chgData name="Louise Brown (Advanced Research Computing)" userId="1a26bf97-cc65-4962-b1c9-f482974b10b6" providerId="ADAL" clId="{31240669-A139-4487-A095-57964DDBD73A}" dt="2026-01-22T14:14:21.298" v="708" actId="1076"/>
          <ac:spMkLst>
            <pc:docMk/>
            <pc:sldMk cId="1539340951" sldId="263"/>
            <ac:spMk id="6" creationId="{D862A857-BC7F-6160-DC28-E8A96EB9C2B8}"/>
          </ac:spMkLst>
        </pc:spChg>
        <pc:picChg chg="add mod">
          <ac:chgData name="Louise Brown (Advanced Research Computing)" userId="1a26bf97-cc65-4962-b1c9-f482974b10b6" providerId="ADAL" clId="{31240669-A139-4487-A095-57964DDBD73A}" dt="2026-01-22T13:52:47.729" v="669" actId="1076"/>
          <ac:picMkLst>
            <pc:docMk/>
            <pc:sldMk cId="1539340951" sldId="263"/>
            <ac:picMk id="4" creationId="{C8A61302-D799-3CAC-B293-FC50B01D71FB}"/>
          </ac:picMkLst>
        </pc:picChg>
      </pc:sldChg>
      <pc:sldChg chg="addSp modSp new mod">
        <pc:chgData name="Louise Brown (Advanced Research Computing)" userId="1a26bf97-cc65-4962-b1c9-f482974b10b6" providerId="ADAL" clId="{31240669-A139-4487-A095-57964DDBD73A}" dt="2026-01-22T14:23:16.235" v="753" actId="1076"/>
        <pc:sldMkLst>
          <pc:docMk/>
          <pc:sldMk cId="3126166857" sldId="264"/>
        </pc:sldMkLst>
        <pc:spChg chg="mod">
          <ac:chgData name="Louise Brown (Advanced Research Computing)" userId="1a26bf97-cc65-4962-b1c9-f482974b10b6" providerId="ADAL" clId="{31240669-A139-4487-A095-57964DDBD73A}" dt="2026-01-22T14:22:58.726" v="750" actId="14100"/>
          <ac:spMkLst>
            <pc:docMk/>
            <pc:sldMk cId="3126166857" sldId="264"/>
            <ac:spMk id="2" creationId="{FCC965EE-9C4A-AB47-3B1A-4DEAC42DA56D}"/>
          </ac:spMkLst>
        </pc:spChg>
        <pc:picChg chg="add mod">
          <ac:chgData name="Louise Brown (Advanced Research Computing)" userId="1a26bf97-cc65-4962-b1c9-f482974b10b6" providerId="ADAL" clId="{31240669-A139-4487-A095-57964DDBD73A}" dt="2026-01-22T14:23:16.235" v="753" actId="1076"/>
          <ac:picMkLst>
            <pc:docMk/>
            <pc:sldMk cId="3126166857" sldId="264"/>
            <ac:picMk id="4" creationId="{1E06D451-73A2-F435-E8E0-0B96AAFF0DE0}"/>
          </ac:picMkLst>
        </pc:picChg>
      </pc:sldChg>
      <pc:sldChg chg="addSp modSp new mod">
        <pc:chgData name="Louise Brown (Advanced Research Computing)" userId="1a26bf97-cc65-4962-b1c9-f482974b10b6" providerId="ADAL" clId="{31240669-A139-4487-A095-57964DDBD73A}" dt="2026-01-22T17:38:27.628" v="792"/>
        <pc:sldMkLst>
          <pc:docMk/>
          <pc:sldMk cId="4021048157" sldId="265"/>
        </pc:sldMkLst>
        <pc:spChg chg="mod">
          <ac:chgData name="Louise Brown (Advanced Research Computing)" userId="1a26bf97-cc65-4962-b1c9-f482974b10b6" providerId="ADAL" clId="{31240669-A139-4487-A095-57964DDBD73A}" dt="2026-01-22T17:36:44.843" v="773" actId="20577"/>
          <ac:spMkLst>
            <pc:docMk/>
            <pc:sldMk cId="4021048157" sldId="265"/>
            <ac:spMk id="2" creationId="{0CFE0A42-F4D5-382F-621D-DC3BE775C062}"/>
          </ac:spMkLst>
        </pc:spChg>
        <pc:spChg chg="add mod">
          <ac:chgData name="Louise Brown (Advanced Research Computing)" userId="1a26bf97-cc65-4962-b1c9-f482974b10b6" providerId="ADAL" clId="{31240669-A139-4487-A095-57964DDBD73A}" dt="2026-01-22T17:38:27.628" v="792"/>
          <ac:spMkLst>
            <pc:docMk/>
            <pc:sldMk cId="4021048157" sldId="265"/>
            <ac:spMk id="5" creationId="{C84F50C2-7982-2AC2-BAE5-AAD07970BB13}"/>
          </ac:spMkLst>
        </pc:spChg>
        <pc:picChg chg="add mod">
          <ac:chgData name="Louise Brown (Advanced Research Computing)" userId="1a26bf97-cc65-4962-b1c9-f482974b10b6" providerId="ADAL" clId="{31240669-A139-4487-A095-57964DDBD73A}" dt="2026-01-22T17:37:23.676" v="777" actId="1076"/>
          <ac:picMkLst>
            <pc:docMk/>
            <pc:sldMk cId="4021048157" sldId="265"/>
            <ac:picMk id="4" creationId="{C2AAD6C3-10B3-43D2-E4E9-ABAFE4A781F6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AEBA30-CA74-E763-625B-555934E980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E6A1C4-51D7-B307-5E38-F411455C5A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DD6A8D-B4D0-5732-830E-C707D59E17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BFD85-82E7-47E4-885E-AE80971B230E}" type="datetimeFigureOut">
              <a:rPr lang="en-GB" smtClean="0"/>
              <a:t>29/01/2026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7DAAEA-A036-2CEE-0885-E81D528354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8AADB5-B2A6-CFDA-3207-665DC40C76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2DAF4F-9AA4-4D49-AC18-CB4B33C6138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96653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851F9C-7140-6429-3505-00CE502D03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E961E9-4854-3AD3-BE7D-E90498BC86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9EF0FD-0880-616E-E0AC-745EA67F37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BFD85-82E7-47E4-885E-AE80971B230E}" type="datetimeFigureOut">
              <a:rPr lang="en-GB" smtClean="0"/>
              <a:t>29/01/2026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1ACC0D-7F9B-65BB-8EA8-737F1FD063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0DF45E-AA14-765F-52AC-5344FC6A2A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2DAF4F-9AA4-4D49-AC18-CB4B33C6138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65986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92ACC5-3B51-0F58-39D9-BCB27AA6AB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76BFD0-F031-78A4-5C0C-E2EA34ABC1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256A51-315A-0028-ECAA-373B3221C3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BFD85-82E7-47E4-885E-AE80971B230E}" type="datetimeFigureOut">
              <a:rPr lang="en-GB" smtClean="0"/>
              <a:t>29/01/2026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3C51E3-10DE-98E8-0700-9AACC4AB29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D2DF0E-33AA-3B39-DC47-24DCA720EB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2DAF4F-9AA4-4D49-AC18-CB4B33C6138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55968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0A425D-55F5-C27E-1072-A4F09BD724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97C5A8-B5E0-9AAC-D03A-50F4DAD2E4B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EEF9CA-E8C9-A1E1-3DF0-2B4A078404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42C7D1-3446-37B0-2B85-B8EC442777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BFD85-82E7-47E4-885E-AE80971B230E}" type="datetimeFigureOut">
              <a:rPr lang="en-GB" smtClean="0"/>
              <a:t>29/01/2026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D3A8848-4EB5-ED15-A034-F5B249DC55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1E42BA-E69C-A9CA-B8D2-D83836491D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2DAF4F-9AA4-4D49-AC18-CB4B33C6138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762141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E70F49-19EA-7088-DA39-940E1FA9DA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99DB58-57FE-ABF9-4B32-44EEA39BD8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42E3C41-80BA-F1E2-26DA-23FC856EFA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1D02809-9BF2-0FF3-1759-C9670E5497D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CA1565B-64A0-863A-47D1-89AD7FC91FB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7D0C373-E221-08F0-60B9-529ABB58D7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BFD85-82E7-47E4-885E-AE80971B230E}" type="datetimeFigureOut">
              <a:rPr lang="en-GB" smtClean="0"/>
              <a:t>29/01/2026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569393C-2793-14E0-C3DB-4CE00C6FD2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CB869EE-B846-CD34-E0BA-9149954D4A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2DAF4F-9AA4-4D49-AC18-CB4B33C6138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80037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91CA2E-9ACA-540D-92EE-584EEEBCAD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447C79-5BDE-1DD6-8D00-172B069C21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BFD85-82E7-47E4-885E-AE80971B230E}" type="datetimeFigureOut">
              <a:rPr lang="en-GB" smtClean="0"/>
              <a:t>29/01/2026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E5023BE-1E37-03FD-5DF1-4CF9F262E5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2F30A66-E91B-11C4-492C-50B7A2AA3C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2DAF4F-9AA4-4D49-AC18-CB4B33C6138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92460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C13559C-4961-545C-9531-B9DD4332BE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BFD85-82E7-47E4-885E-AE80971B230E}" type="datetimeFigureOut">
              <a:rPr lang="en-GB" smtClean="0"/>
              <a:t>29/01/2026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536F31D-C34F-3986-616E-D6DFDF8AB5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D3506E-25C4-7C2A-C75E-B4AB29AFBD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2DAF4F-9AA4-4D49-AC18-CB4B33C6138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38502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7A5972-5B4E-A7BC-2882-1E5EE36F1A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EC4713-D632-3B47-75AA-F4B2EE705B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E833378-BCCC-181C-D963-ACB8E56CF5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D229808-3BC8-5BDD-639F-19AE420DB6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BFD85-82E7-47E4-885E-AE80971B230E}" type="datetimeFigureOut">
              <a:rPr lang="en-GB" smtClean="0"/>
              <a:t>29/01/2026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C47957-08B0-A971-0684-984F60F796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60D66D2-A3F9-BD77-A8C7-5F28B46E2D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2DAF4F-9AA4-4D49-AC18-CB4B33C6138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71258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425B8F-B140-21AA-39BC-EEF47DEC17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EFFFF4A-9BD0-18A0-A087-8BF529ED864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021D04-F51B-1DB7-FB6E-E39234A0B3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C5D663-8927-7571-B926-FB25A4BB0B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BFD85-82E7-47E4-885E-AE80971B230E}" type="datetimeFigureOut">
              <a:rPr lang="en-GB" smtClean="0"/>
              <a:t>29/01/2026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D08EAE-C990-072F-EA7E-6FC3DEB4EB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6BF7F33-BE3F-D40B-AAB4-235B76AF9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2DAF4F-9AA4-4D49-AC18-CB4B33C6138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64178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BDCC4-5B2F-94D7-35FC-831D84BC3F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0713564-C611-1006-D4CF-A430B40123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22847B-4895-8C8C-0330-F0758108A6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BFD85-82E7-47E4-885E-AE80971B230E}" type="datetimeFigureOut">
              <a:rPr lang="en-GB" smtClean="0"/>
              <a:t>29/01/2026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4EF406-9C28-F966-B554-EEB571FFE0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551490-0B3E-48B6-0C43-3B62A3D166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2DAF4F-9AA4-4D49-AC18-CB4B33C6138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27117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C3CCE31-6F9A-A075-D7DE-4DB34FBBBC2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60BF74-35A8-051A-B5EE-430FF86A51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0910B4-9542-8117-188A-F0735832D8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EBFD85-82E7-47E4-885E-AE80971B230E}" type="datetimeFigureOut">
              <a:rPr lang="en-GB" smtClean="0"/>
              <a:t>29/01/2026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7C3D62-EC33-1877-6438-1DB9485E8F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9E168-1BE4-EFD1-90BD-934EF8A416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2DAF4F-9AA4-4D49-AC18-CB4B33C6138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1586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32E4F16-6A33-590C-E998-18078E5FD0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321935-1F17-2770-8A15-DB1289DB7A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9F51E4-A158-152B-4B4B-64E5199C74A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EEBFD85-82E7-47E4-885E-AE80971B230E}" type="datetimeFigureOut">
              <a:rPr lang="en-GB" smtClean="0"/>
              <a:t>29/01/2026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A089DA-EA2E-9F78-F186-A5C4CD7570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5BE1C0-E421-00EB-C540-B503BD1421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E2DAF4F-9AA4-4D49-AC18-CB4B33C6138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53744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pad.carpentries.org/2026-03-18-bham-web-scraping-Python" TargetMode="Externa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Web_scraping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020C94-6C17-C80F-0339-34AD6ED688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GB" dirty="0"/>
              <a:t>Welcome to Web Scraping with Python!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7E1EBF-0468-3F56-7095-A02AE6BA5B66}"/>
              </a:ext>
            </a:extLst>
          </p:cNvPr>
          <p:cNvSpPr txBox="1"/>
          <p:nvPr/>
        </p:nvSpPr>
        <p:spPr>
          <a:xfrm>
            <a:off x="1074093" y="2456252"/>
            <a:ext cx="10043814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>
                <a:latin typeface="Gill Sans MT" panose="020B0502020104020203" pitchFamily="34" charset="0"/>
              </a:rPr>
              <a:t>Please log onto the </a:t>
            </a:r>
            <a:r>
              <a:rPr lang="en-GB" sz="2800" dirty="0" err="1">
                <a:latin typeface="Gill Sans MT" panose="020B0502020104020203" pitchFamily="34" charset="0"/>
              </a:rPr>
              <a:t>Etherpad</a:t>
            </a:r>
            <a:r>
              <a:rPr lang="en-GB" sz="2800" dirty="0">
                <a:latin typeface="Gill Sans MT" panose="020B0502020104020203" pitchFamily="34" charset="0"/>
              </a:rPr>
              <a:t>: </a:t>
            </a:r>
          </a:p>
          <a:p>
            <a:r>
              <a:rPr lang="en-GB" sz="2800" dirty="0">
                <a:latin typeface="Gill Sans MT" panose="020B0502020104020203" pitchFamily="34" charset="0"/>
                <a:hlinkClick r:id="rId2"/>
              </a:rPr>
              <a:t>https://pad.carpentries.org/2026-03-18-bham-web-scraping-Python</a:t>
            </a:r>
            <a:endParaRPr lang="en-GB" sz="2800" dirty="0">
              <a:latin typeface="Gill Sans MT" panose="020B0502020104020203" pitchFamily="34" charset="0"/>
            </a:endParaRPr>
          </a:p>
          <a:p>
            <a:endParaRPr lang="en-GB" sz="2800" dirty="0">
              <a:latin typeface="Gill Sans MT" panose="020B0502020104020203" pitchFamily="34" charset="0"/>
            </a:endParaRPr>
          </a:p>
          <a:p>
            <a:r>
              <a:rPr lang="en-GB" sz="2800" dirty="0">
                <a:latin typeface="Gill Sans MT" panose="020B0502020104020203" pitchFamily="34" charset="0"/>
              </a:rPr>
              <a:t>Add your details in the ‘Sign in’ section</a:t>
            </a:r>
          </a:p>
          <a:p>
            <a:endParaRPr lang="en-GB" sz="2800" dirty="0">
              <a:latin typeface="Gill Sans MT" panose="020B0502020104020203" pitchFamily="34" charset="0"/>
            </a:endParaRPr>
          </a:p>
          <a:p>
            <a:r>
              <a:rPr lang="en-GB" sz="2800" dirty="0">
                <a:latin typeface="Gill Sans MT" panose="020B0502020104020203" pitchFamily="34" charset="0"/>
              </a:rPr>
              <a:t>Check if you have completed the Software Setup’</a:t>
            </a:r>
          </a:p>
        </p:txBody>
      </p:sp>
    </p:spTree>
    <p:extLst>
      <p:ext uri="{BB962C8B-B14F-4D97-AF65-F5344CB8AC3E}">
        <p14:creationId xmlns:p14="http://schemas.microsoft.com/office/powerpoint/2010/main" val="22804018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A1213C2-3BCC-1E61-B384-791CE63A59E0}"/>
              </a:ext>
            </a:extLst>
          </p:cNvPr>
          <p:cNvSpPr txBox="1"/>
          <p:nvPr/>
        </p:nvSpPr>
        <p:spPr>
          <a:xfrm>
            <a:off x="1766316" y="4153715"/>
            <a:ext cx="865936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>
                <a:latin typeface="Gill Sans MT" panose="020B0502020104020203" pitchFamily="34" charset="0"/>
              </a:rPr>
              <a:t>Web scraping typically targets one web site at a time to extract unstructured information and put it in a structured form for reuse.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CD21DF3-9AFB-0A5D-2490-B0D31D970D5C}"/>
              </a:ext>
            </a:extLst>
          </p:cNvPr>
          <p:cNvSpPr txBox="1"/>
          <p:nvPr/>
        </p:nvSpPr>
        <p:spPr>
          <a:xfrm>
            <a:off x="2004060" y="1146434"/>
            <a:ext cx="8183880" cy="20928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>
                <a:latin typeface="Gill Sans MT" panose="020B0502020104020203" pitchFamily="34" charset="0"/>
              </a:rPr>
              <a:t>“Web scraping (web harvesting or web data extraction) is a computer software technique of extracting information from websites.”</a:t>
            </a:r>
          </a:p>
          <a:p>
            <a:r>
              <a:rPr lang="en-GB" sz="2800" dirty="0">
                <a:latin typeface="Gill Sans MT" panose="020B0502020104020203" pitchFamily="34" charset="0"/>
              </a:rPr>
              <a:t>Wikipedia </a:t>
            </a:r>
            <a:r>
              <a:rPr lang="en-GB" sz="2800" b="0" u="sng" dirty="0">
                <a:solidFill>
                  <a:srgbClr val="3B3B3B"/>
                </a:solidFill>
                <a:effectLst/>
                <a:latin typeface="Gill Sans MT" panose="020B0502020104020203" pitchFamily="34" charset="0"/>
                <a:hlinkClick r:id="rId2"/>
              </a:rPr>
              <a:t>https://en.wikipedia.org/wiki/Web_scraping</a:t>
            </a:r>
            <a:endParaRPr lang="en-GB" sz="2800" b="0" u="sng" dirty="0">
              <a:solidFill>
                <a:srgbClr val="3B3B3B"/>
              </a:solidFill>
              <a:effectLst/>
              <a:latin typeface="Gill Sans MT" panose="020B0502020104020203" pitchFamily="34" charset="0"/>
            </a:endParaRPr>
          </a:p>
          <a:p>
            <a:endParaRPr lang="en-GB" dirty="0">
              <a:latin typeface="Gill Sans MT" panose="020B05020201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79966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omputer screen shot of a computer code&#10;&#10;AI-generated content may be incorrect.">
            <a:extLst>
              <a:ext uri="{FF2B5EF4-FFF2-40B4-BE49-F238E27FC236}">
                <a16:creationId xmlns:a16="http://schemas.microsoft.com/office/drawing/2014/main" id="{E620C391-20C5-6C32-725C-F3CDA73D45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208" y="1053458"/>
            <a:ext cx="9315816" cy="559423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A2AEFFA-200D-D500-21A7-99A4A7DF5C91}"/>
              </a:ext>
            </a:extLst>
          </p:cNvPr>
          <p:cNvSpPr txBox="1"/>
          <p:nvPr/>
        </p:nvSpPr>
        <p:spPr>
          <a:xfrm>
            <a:off x="1481720" y="210312"/>
            <a:ext cx="86227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>
                <a:latin typeface="Gill Sans MT" panose="020B0502020104020203" pitchFamily="34" charset="0"/>
              </a:rPr>
              <a:t>Hypertext Markup Language – html</a:t>
            </a:r>
          </a:p>
        </p:txBody>
      </p:sp>
    </p:spTree>
    <p:extLst>
      <p:ext uri="{BB962C8B-B14F-4D97-AF65-F5344CB8AC3E}">
        <p14:creationId xmlns:p14="http://schemas.microsoft.com/office/powerpoint/2010/main" val="40914792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928B5C-1A88-B4C4-5A3C-F47521383A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Gill Sans MT" panose="020B0502020104020203" pitchFamily="34" charset="0"/>
              </a:rPr>
              <a:t>html</a:t>
            </a:r>
            <a:r>
              <a:rPr lang="en-GB" dirty="0">
                <a:latin typeface="Gill Sans Nova" panose="020B0602020104020203" pitchFamily="34" charset="0"/>
              </a:rPr>
              <a:t>  Tree Format</a:t>
            </a:r>
          </a:p>
        </p:txBody>
      </p:sp>
      <p:pic>
        <p:nvPicPr>
          <p:cNvPr id="4" name="Picture 3" descr="A diagram of a diagram&#10;&#10;AI-generated content may be incorrect.">
            <a:extLst>
              <a:ext uri="{FF2B5EF4-FFF2-40B4-BE49-F238E27FC236}">
                <a16:creationId xmlns:a16="http://schemas.microsoft.com/office/drawing/2014/main" id="{C8A61302-D799-3CAC-B293-FC50B01D71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7517" y="1892226"/>
            <a:ext cx="5476965" cy="449929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862A857-BC7F-6160-DC28-E8A96EB9C2B8}"/>
              </a:ext>
            </a:extLst>
          </p:cNvPr>
          <p:cNvSpPr txBox="1"/>
          <p:nvPr/>
        </p:nvSpPr>
        <p:spPr>
          <a:xfrm>
            <a:off x="7961376" y="6391518"/>
            <a:ext cx="42306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0" i="0" dirty="0">
                <a:solidFill>
                  <a:srgbClr val="212529"/>
                </a:solidFill>
                <a:effectLst/>
                <a:latin typeface="Mulish"/>
              </a:rPr>
              <a:t>Source: Wikipedia. Author: Birger Eriksson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393409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30F5C0-84F8-3C4C-67C1-0F68CF9838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3101"/>
            <a:ext cx="10515600" cy="659003"/>
          </a:xfrm>
        </p:spPr>
        <p:txBody>
          <a:bodyPr>
            <a:normAutofit fontScale="90000"/>
          </a:bodyPr>
          <a:lstStyle/>
          <a:p>
            <a:r>
              <a:rPr lang="en-GB" dirty="0">
                <a:latin typeface="Gill Sans MT" panose="020B0502020104020203" pitchFamily="34" charset="0"/>
              </a:rPr>
              <a:t>html tags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E80481A-414D-C1F4-B3C0-430952024FAD}"/>
              </a:ext>
            </a:extLst>
          </p:cNvPr>
          <p:cNvSpPr txBox="1"/>
          <p:nvPr/>
        </p:nvSpPr>
        <p:spPr>
          <a:xfrm>
            <a:off x="713232" y="905684"/>
            <a:ext cx="10963656" cy="586314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700" b="1" dirty="0"/>
              <a:t>&lt;</a:t>
            </a:r>
            <a:r>
              <a:rPr lang="en-GB" sz="1700" b="1" dirty="0" err="1"/>
              <a:t>hmtl</a:t>
            </a:r>
            <a:r>
              <a:rPr lang="en-GB" sz="1700" b="1" dirty="0"/>
              <a:t>&gt;...&lt;/html&gt;   </a:t>
            </a:r>
            <a:r>
              <a:rPr lang="en-GB" sz="1700" dirty="0"/>
              <a:t>		The root element that contains the entire document.</a:t>
            </a:r>
          </a:p>
          <a:p>
            <a:endParaRPr lang="en-GB" sz="17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700" b="1" dirty="0"/>
              <a:t>&lt;head&gt;...&lt;/head&gt;</a:t>
            </a:r>
            <a:r>
              <a:rPr lang="en-GB" sz="1700" dirty="0"/>
              <a:t>		Contains metadata such as the page title that the browser displays.</a:t>
            </a:r>
          </a:p>
          <a:p>
            <a:endParaRPr lang="en-GB" sz="17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700" b="1" dirty="0"/>
              <a:t>&lt;body&gt;...&lt;/body&gt;</a:t>
            </a:r>
            <a:r>
              <a:rPr lang="en-GB" sz="1700" dirty="0"/>
              <a:t>		Contains the content that will be shown on the webpage.</a:t>
            </a:r>
          </a:p>
          <a:p>
            <a:endParaRPr lang="en-GB" sz="17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700" b="1" dirty="0"/>
              <a:t>&lt;h1&gt;...&lt;/h1&gt;, &lt;h2&gt;...&lt;/h2&gt;</a:t>
            </a:r>
            <a:r>
              <a:rPr lang="en-GB" sz="1700" dirty="0"/>
              <a:t>	Define headers of levels 1, 2, 3, and so on.</a:t>
            </a:r>
          </a:p>
          <a:p>
            <a:endParaRPr lang="en-GB" sz="17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700" b="1" dirty="0"/>
              <a:t>&lt;p&gt;...&lt;/p&gt;</a:t>
            </a:r>
            <a:r>
              <a:rPr lang="en-GB" sz="1700" dirty="0"/>
              <a:t>			Represents a paragraph.</a:t>
            </a:r>
          </a:p>
          <a:p>
            <a:endParaRPr lang="en-GB" sz="17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700" b="1" dirty="0"/>
              <a:t>&lt;a </a:t>
            </a:r>
            <a:r>
              <a:rPr lang="en-GB" sz="1700" b="1" dirty="0" err="1"/>
              <a:t>href</a:t>
            </a:r>
            <a:r>
              <a:rPr lang="en-GB" sz="1700" b="1" dirty="0"/>
              <a:t>=""&gt;...&lt;/a&gt;</a:t>
            </a:r>
            <a:r>
              <a:rPr lang="en-GB" sz="1700" dirty="0"/>
              <a:t>		Creates a hyperlink; the destination URL is set with the </a:t>
            </a:r>
            <a:r>
              <a:rPr lang="en-GB" sz="1700" b="1" dirty="0" err="1"/>
              <a:t>href</a:t>
            </a:r>
            <a:r>
              <a:rPr lang="en-GB" sz="1700" dirty="0"/>
              <a:t> attribute.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17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700" b="1" dirty="0"/>
              <a:t>&lt;</a:t>
            </a:r>
            <a:r>
              <a:rPr lang="en-GB" sz="1700" b="1" dirty="0" err="1"/>
              <a:t>img</a:t>
            </a:r>
            <a:r>
              <a:rPr lang="en-GB" sz="1700" b="1" dirty="0"/>
              <a:t> </a:t>
            </a:r>
            <a:r>
              <a:rPr lang="en-GB" sz="1700" b="1" dirty="0" err="1"/>
              <a:t>src</a:t>
            </a:r>
            <a:r>
              <a:rPr lang="en-GB" sz="1700" b="1" dirty="0"/>
              <a:t>="" alt=""&gt;		</a:t>
            </a:r>
            <a:r>
              <a:rPr lang="en-GB" sz="1700" dirty="0"/>
              <a:t>Embeds an image, with the image source specified by `</a:t>
            </a:r>
            <a:r>
              <a:rPr lang="en-GB" sz="1700" dirty="0" err="1"/>
              <a:t>src</a:t>
            </a:r>
            <a:r>
              <a:rPr lang="en-GB" sz="1700" dirty="0"/>
              <a:t>` and 					alternative text provided by `alt`. It doesn't have an opening tag.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17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700" b="1" dirty="0"/>
              <a:t>&lt;table&gt;...&lt;/table&gt;, &lt;</a:t>
            </a:r>
            <a:r>
              <a:rPr lang="en-GB" sz="1700" b="1" dirty="0" err="1"/>
              <a:t>th</a:t>
            </a:r>
            <a:r>
              <a:rPr lang="en-GB" sz="1700" b="1" dirty="0"/>
              <a:t>&gt;...&lt;/</a:t>
            </a:r>
            <a:r>
              <a:rPr lang="en-GB" sz="1700" b="1" dirty="0" err="1"/>
              <a:t>th</a:t>
            </a:r>
            <a:r>
              <a:rPr lang="en-GB" sz="1700" b="1" dirty="0"/>
              <a:t>&gt;, 	</a:t>
            </a:r>
            <a:r>
              <a:rPr lang="en-GB" sz="1700" dirty="0"/>
              <a:t>Define a table structure, with headers (`&lt;</a:t>
            </a:r>
            <a:r>
              <a:rPr lang="en-GB" sz="1700" dirty="0" err="1"/>
              <a:t>th</a:t>
            </a:r>
            <a:r>
              <a:rPr lang="en-GB" sz="1700" dirty="0"/>
              <a:t>&gt;`), rows (`&lt;tr&gt;`), </a:t>
            </a:r>
          </a:p>
          <a:p>
            <a:r>
              <a:rPr lang="en-GB" sz="1700" b="1" dirty="0"/>
              <a:t>      &lt;tr&gt;...&lt;/tr&gt;, &lt;td&gt;...&lt;/td&gt; </a:t>
            </a:r>
            <a:r>
              <a:rPr lang="en-GB" sz="1700"/>
              <a:t>		and </a:t>
            </a:r>
            <a:r>
              <a:rPr lang="en-GB" sz="1700" dirty="0"/>
              <a:t>cells (`&lt;td&gt;`).</a:t>
            </a:r>
          </a:p>
          <a:p>
            <a:endParaRPr lang="en-GB" sz="17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700" b="1" dirty="0"/>
              <a:t>&lt;div&gt;...&lt;/div&gt;			</a:t>
            </a:r>
            <a:r>
              <a:rPr lang="en-GB" sz="1700" dirty="0"/>
              <a:t>Groups sections of HTML content together.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17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700" b="1" dirty="0"/>
              <a:t>&lt;script&gt;...&lt;/script&gt;		</a:t>
            </a:r>
            <a:r>
              <a:rPr lang="en-GB" sz="1700" dirty="0"/>
              <a:t>Embeds or links to JavaScript code.</a:t>
            </a:r>
          </a:p>
          <a:p>
            <a:endParaRPr lang="en-GB" dirty="0">
              <a:latin typeface="Gill Sans Nova" panose="020B06020201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6246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695ABF-8D69-14A7-2080-3A2022EDEE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Gill Sans MT" panose="020B0502020104020203" pitchFamily="34" charset="0"/>
              </a:rPr>
              <a:t>Selenium ‘find’ instructions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4E4CDF-25B1-E105-ED5B-AEA6DE493792}"/>
              </a:ext>
            </a:extLst>
          </p:cNvPr>
          <p:cNvSpPr txBox="1"/>
          <p:nvPr/>
        </p:nvSpPr>
        <p:spPr>
          <a:xfrm>
            <a:off x="908957" y="1690688"/>
            <a:ext cx="11076214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latin typeface="Gill Sans MT" panose="020B0502020104020203" pitchFamily="34" charset="0"/>
              </a:rPr>
              <a:t>.</a:t>
            </a:r>
            <a:r>
              <a:rPr lang="en-GB" sz="3200" dirty="0" err="1">
                <a:latin typeface="Gill Sans MT" panose="020B0502020104020203" pitchFamily="34" charset="0"/>
              </a:rPr>
              <a:t>find_element</a:t>
            </a:r>
            <a:r>
              <a:rPr lang="en-GB" sz="3200" dirty="0">
                <a:latin typeface="Gill Sans MT" panose="020B0502020104020203" pitchFamily="34" charset="0"/>
              </a:rPr>
              <a:t>()  - finds first matching element</a:t>
            </a:r>
          </a:p>
          <a:p>
            <a:endParaRPr lang="en-GB" sz="2400" dirty="0">
              <a:latin typeface="Gill Sans MT" panose="020B0502020104020203" pitchFamily="34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400" dirty="0">
                <a:latin typeface="Gill Sans MT" panose="020B0502020104020203" pitchFamily="34" charset="0"/>
              </a:rPr>
              <a:t> To select first &lt;table&gt; element:</a:t>
            </a:r>
          </a:p>
          <a:p>
            <a:endParaRPr lang="en-GB" sz="2400" dirty="0">
              <a:latin typeface="Gill Sans MT" panose="020B0502020104020203" pitchFamily="34" charset="0"/>
            </a:endParaRPr>
          </a:p>
          <a:p>
            <a:r>
              <a:rPr lang="en-GB" sz="2400" dirty="0">
                <a:latin typeface="Gill Sans MT" panose="020B0502020104020203" pitchFamily="34" charset="0"/>
              </a:rPr>
              <a:t>		</a:t>
            </a:r>
            <a:r>
              <a:rPr lang="en-GB" sz="2400" dirty="0" err="1">
                <a:latin typeface="Consolas" panose="020B0609020204030204" pitchFamily="49" charset="0"/>
              </a:rPr>
              <a:t>driver.find_element</a:t>
            </a:r>
            <a:r>
              <a:rPr lang="en-GB" sz="2400" dirty="0">
                <a:latin typeface="Consolas" panose="020B0609020204030204" pitchFamily="49" charset="0"/>
              </a:rPr>
              <a:t>(by=</a:t>
            </a:r>
            <a:r>
              <a:rPr lang="en-GB" sz="2400" dirty="0" err="1">
                <a:latin typeface="Consolas" panose="020B0609020204030204" pitchFamily="49" charset="0"/>
              </a:rPr>
              <a:t>By.TAG_NAME</a:t>
            </a:r>
            <a:r>
              <a:rPr lang="en-GB" sz="2400" dirty="0">
                <a:latin typeface="Consolas" panose="020B0609020204030204" pitchFamily="49" charset="0"/>
              </a:rPr>
              <a:t>, value=“table”) </a:t>
            </a:r>
          </a:p>
          <a:p>
            <a:endParaRPr lang="en-GB" sz="2400" dirty="0">
              <a:latin typeface="Consolas" panose="020B0609020204030204" pitchFamily="49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400" dirty="0">
                <a:latin typeface="Gill Sans MT" panose="020B0502020104020203" pitchFamily="34" charset="0"/>
              </a:rPr>
              <a:t> To find a row with &lt;tr class=“film”&gt;:</a:t>
            </a:r>
          </a:p>
          <a:p>
            <a:endParaRPr lang="en-GB" sz="2400" dirty="0">
              <a:latin typeface="Consolas" panose="020B0609020204030204" pitchFamily="49" charset="0"/>
            </a:endParaRPr>
          </a:p>
          <a:p>
            <a:r>
              <a:rPr lang="en-GB" sz="2400" dirty="0">
                <a:latin typeface="Consolas" panose="020B0609020204030204" pitchFamily="49" charset="0"/>
              </a:rPr>
              <a:t>		</a:t>
            </a:r>
            <a:r>
              <a:rPr lang="en-GB" sz="2400" dirty="0" err="1">
                <a:latin typeface="Consolas" panose="020B0609020204030204" pitchFamily="49" charset="0"/>
              </a:rPr>
              <a:t>driver.find_element</a:t>
            </a:r>
            <a:r>
              <a:rPr lang="en-GB" sz="2400" dirty="0">
                <a:latin typeface="Consolas" panose="020B0609020204030204" pitchFamily="49" charset="0"/>
              </a:rPr>
              <a:t>(by=</a:t>
            </a:r>
            <a:r>
              <a:rPr lang="en-GB" sz="2400" dirty="0" err="1">
                <a:latin typeface="Consolas" panose="020B0609020204030204" pitchFamily="49" charset="0"/>
              </a:rPr>
              <a:t>By.CLASS_NAME</a:t>
            </a:r>
            <a:r>
              <a:rPr lang="en-GB" sz="2400" dirty="0">
                <a:latin typeface="Consolas" panose="020B0609020204030204" pitchFamily="49" charset="0"/>
              </a:rPr>
              <a:t>, value=“film”)</a:t>
            </a:r>
          </a:p>
          <a:p>
            <a:endParaRPr lang="en-GB" sz="2400" dirty="0">
              <a:latin typeface="Gill Sans MT" panose="020B0502020104020203" pitchFamily="34" charset="0"/>
            </a:endParaRPr>
          </a:p>
          <a:p>
            <a:r>
              <a:rPr lang="en-GB" sz="3200" dirty="0">
                <a:latin typeface="Gill Sans MT" panose="020B0502020104020203" pitchFamily="34" charset="0"/>
              </a:rPr>
              <a:t>.</a:t>
            </a:r>
            <a:r>
              <a:rPr lang="en-GB" sz="3200" dirty="0" err="1">
                <a:latin typeface="Gill Sans MT" panose="020B0502020104020203" pitchFamily="34" charset="0"/>
              </a:rPr>
              <a:t>find_elements</a:t>
            </a:r>
            <a:r>
              <a:rPr lang="en-GB" sz="3200" dirty="0">
                <a:latin typeface="Gill Sans MT" panose="020B0502020104020203" pitchFamily="34" charset="0"/>
              </a:rPr>
              <a:t>() – finds all matching elements</a:t>
            </a:r>
          </a:p>
        </p:txBody>
      </p:sp>
    </p:spTree>
    <p:extLst>
      <p:ext uri="{BB962C8B-B14F-4D97-AF65-F5344CB8AC3E}">
        <p14:creationId xmlns:p14="http://schemas.microsoft.com/office/powerpoint/2010/main" val="8550657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015AE-8218-291C-031F-64E07877FF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Scraping Pipeline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32FDF51-6413-5F9D-52B1-98D0A167CFE3}"/>
              </a:ext>
            </a:extLst>
          </p:cNvPr>
          <p:cNvSpPr txBox="1"/>
          <p:nvPr/>
        </p:nvSpPr>
        <p:spPr>
          <a:xfrm>
            <a:off x="978408" y="1874520"/>
            <a:ext cx="9829800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GB" sz="2400" dirty="0">
                <a:latin typeface="Gill Sans MT" panose="020B0502020104020203" pitchFamily="34" charset="0"/>
              </a:rPr>
              <a:t>Understand the structure of the website</a:t>
            </a:r>
          </a:p>
          <a:p>
            <a:pPr marL="342900" indent="-342900">
              <a:buAutoNum type="arabicPeriod"/>
            </a:pPr>
            <a:endParaRPr lang="en-GB" sz="2400" dirty="0">
              <a:latin typeface="Gill Sans MT" panose="020B0502020104020203" pitchFamily="34" charset="0"/>
            </a:endParaRPr>
          </a:p>
          <a:p>
            <a:pPr marL="342900" indent="-342900">
              <a:buAutoNum type="arabicPeriod"/>
            </a:pPr>
            <a:r>
              <a:rPr lang="en-GB" sz="2400" dirty="0">
                <a:latin typeface="Gill Sans MT" panose="020B0502020104020203" pitchFamily="34" charset="0"/>
              </a:rPr>
              <a:t>Determine whether the content is static or dynamic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2400" dirty="0">
                <a:latin typeface="Gill Sans MT" panose="020B0502020104020203" pitchFamily="34" charset="0"/>
              </a:rPr>
              <a:t>Static content can be accessed directly using the ‘requests’ library and parsed using </a:t>
            </a:r>
            <a:r>
              <a:rPr lang="en-GB" sz="2400" dirty="0" err="1">
                <a:latin typeface="Gill Sans MT" panose="020B0502020104020203" pitchFamily="34" charset="0"/>
              </a:rPr>
              <a:t>BeautifulSoup</a:t>
            </a:r>
            <a:endParaRPr lang="en-GB" sz="2400" dirty="0">
              <a:latin typeface="Gill Sans MT" panose="020B0502020104020203" pitchFamily="34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2400" dirty="0">
                <a:latin typeface="Gill Sans MT" panose="020B0502020104020203" pitchFamily="34" charset="0"/>
              </a:rPr>
              <a:t>Dynamic content is loaded or updated by JavaScript and typically requires Selenium to render the page before parsing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GB" sz="2400" dirty="0">
              <a:latin typeface="Gill Sans MT" panose="020B0502020104020203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GB" sz="2400" dirty="0">
                <a:latin typeface="Gill Sans MT" panose="020B0502020104020203" pitchFamily="34" charset="0"/>
              </a:rPr>
              <a:t>Build your scraping pipeline</a:t>
            </a:r>
          </a:p>
          <a:p>
            <a:pPr marL="342900" indent="-342900">
              <a:buFont typeface="+mj-lt"/>
              <a:buAutoNum type="arabicPeriod"/>
            </a:pPr>
            <a:endParaRPr lang="en-GB" sz="2400" dirty="0">
              <a:latin typeface="Gill Sans MT" panose="020B0502020104020203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GB" sz="2400" dirty="0">
                <a:latin typeface="Gill Sans MT" panose="020B0502020104020203" pitchFamily="34" charset="0"/>
              </a:rPr>
              <a:t>Clean, format and store the data in a structured format. Pandas </a:t>
            </a:r>
            <a:r>
              <a:rPr lang="en-GB" sz="2400" dirty="0" err="1">
                <a:latin typeface="Gill Sans MT" panose="020B0502020104020203" pitchFamily="34" charset="0"/>
              </a:rPr>
              <a:t>DataFrames</a:t>
            </a:r>
            <a:r>
              <a:rPr lang="en-GB" sz="2400" dirty="0">
                <a:latin typeface="Gill Sans MT" panose="020B0502020104020203" pitchFamily="34" charset="0"/>
              </a:rPr>
              <a:t> may be used</a:t>
            </a:r>
          </a:p>
          <a:p>
            <a:pPr marL="342900" indent="-342900">
              <a:buAutoNum type="arabicPeriod"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188270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C965EE-9C4A-AB47-3B1A-4DEAC42DA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87603"/>
          </a:xfrm>
        </p:spPr>
        <p:txBody>
          <a:bodyPr/>
          <a:lstStyle/>
          <a:p>
            <a:r>
              <a:rPr lang="en-GB" dirty="0"/>
              <a:t>Cascading Style Sheet (CSS) Code </a:t>
            </a:r>
          </a:p>
        </p:txBody>
      </p:sp>
      <p:pic>
        <p:nvPicPr>
          <p:cNvPr id="4" name="Picture 3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1E06D451-73A2-F435-E8E0-0B96AAFF0D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5357" y="1576007"/>
            <a:ext cx="4441285" cy="47790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61668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672</TotalTime>
  <Words>509</Words>
  <Application>Microsoft Office PowerPoint</Application>
  <PresentationFormat>Widescreen</PresentationFormat>
  <Paragraphs>57</Paragraphs>
  <Slides>8</Slides>
  <Notes>0</Notes>
  <HiddenSlides>1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6" baseType="lpstr">
      <vt:lpstr>Aptos</vt:lpstr>
      <vt:lpstr>Aptos Display</vt:lpstr>
      <vt:lpstr>Arial</vt:lpstr>
      <vt:lpstr>Consolas</vt:lpstr>
      <vt:lpstr>Gill Sans MT</vt:lpstr>
      <vt:lpstr>Gill Sans Nova</vt:lpstr>
      <vt:lpstr>Mulish</vt:lpstr>
      <vt:lpstr>Office Theme</vt:lpstr>
      <vt:lpstr>Welcome to Web Scraping with Python!</vt:lpstr>
      <vt:lpstr>PowerPoint Presentation</vt:lpstr>
      <vt:lpstr>PowerPoint Presentation</vt:lpstr>
      <vt:lpstr>html  Tree Format</vt:lpstr>
      <vt:lpstr>html tags</vt:lpstr>
      <vt:lpstr>Selenium ‘find’ instructions</vt:lpstr>
      <vt:lpstr>The Scraping Pipeline</vt:lpstr>
      <vt:lpstr>Cascading Style Sheet (CSS) Code </vt:lpstr>
    </vt:vector>
  </TitlesOfParts>
  <Company>University of Birmingham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Louise Brown (Advanced Research Computing)</dc:creator>
  <cp:lastModifiedBy>Louise Brown (Advanced Research Computing)</cp:lastModifiedBy>
  <cp:revision>4</cp:revision>
  <dcterms:created xsi:type="dcterms:W3CDTF">2026-01-22T08:58:37Z</dcterms:created>
  <dcterms:modified xsi:type="dcterms:W3CDTF">2026-01-29T17:11:59Z</dcterms:modified>
</cp:coreProperties>
</file>